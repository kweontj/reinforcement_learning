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6" r:id="rId7"/>
    <p:sldId id="267" r:id="rId8"/>
    <p:sldId id="262" r:id="rId9"/>
    <p:sldId id="263" r:id="rId10"/>
    <p:sldId id="268" r:id="rId11"/>
    <p:sldId id="265" r:id="rId12"/>
    <p:sldId id="260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>
        <p:scale>
          <a:sx n="100" d="100"/>
          <a:sy n="100" d="100"/>
        </p:scale>
        <p:origin x="403" y="5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택주 권" userId="ccd56deedaff4490" providerId="LiveId" clId="{310B1D75-06D1-4C66-A4D9-8F949EB66769}"/>
    <pc:docChg chg="undo redo custSel addSld delSld modSld sldOrd">
      <pc:chgData name="택주 권" userId="ccd56deedaff4490" providerId="LiveId" clId="{310B1D75-06D1-4C66-A4D9-8F949EB66769}" dt="2026-10-14T18:05:03.276" v="4319" actId="1035"/>
      <pc:docMkLst>
        <pc:docMk/>
      </pc:docMkLst>
      <pc:sldChg chg="modSp mod">
        <pc:chgData name="택주 권" userId="ccd56deedaff4490" providerId="LiveId" clId="{310B1D75-06D1-4C66-A4D9-8F949EB66769}" dt="2026-10-11T06:16:26.139" v="191" actId="20577"/>
        <pc:sldMkLst>
          <pc:docMk/>
          <pc:sldMk cId="57943583" sldId="256"/>
        </pc:sldMkLst>
        <pc:spChg chg="mod">
          <ac:chgData name="택주 권" userId="ccd56deedaff4490" providerId="LiveId" clId="{310B1D75-06D1-4C66-A4D9-8F949EB66769}" dt="2026-10-11T06:16:26.139" v="19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310B1D75-06D1-4C66-A4D9-8F949EB66769}" dt="2026-10-11T06:16:31.678" v="195" actId="20577"/>
        <pc:sldMkLst>
          <pc:docMk/>
          <pc:sldMk cId="1637662937" sldId="257"/>
        </pc:sldMkLst>
        <pc:spChg chg="mod">
          <ac:chgData name="택주 권" userId="ccd56deedaff4490" providerId="LiveId" clId="{310B1D75-06D1-4C66-A4D9-8F949EB66769}" dt="2026-10-11T06:16:31.678" v="195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310B1D75-06D1-4C66-A4D9-8F949EB66769}" dt="2026-10-14T17:01:21.662" v="1598" actId="20577"/>
        <pc:sldMkLst>
          <pc:docMk/>
          <pc:sldMk cId="3064923119" sldId="258"/>
        </pc:sldMkLst>
        <pc:spChg chg="mod">
          <ac:chgData name="택주 권" userId="ccd56deedaff4490" providerId="LiveId" clId="{310B1D75-06D1-4C66-A4D9-8F949EB66769}" dt="2026-10-14T17:01:21.662" v="1598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310B1D75-06D1-4C66-A4D9-8F949EB66769}" dt="2026-10-14T17:11:57.634" v="1703" actId="20577"/>
        <pc:sldMkLst>
          <pc:docMk/>
          <pc:sldMk cId="2852760341" sldId="259"/>
        </pc:sldMkLst>
        <pc:spChg chg="mod">
          <ac:chgData name="택주 권" userId="ccd56deedaff4490" providerId="LiveId" clId="{310B1D75-06D1-4C66-A4D9-8F949EB66769}" dt="2026-10-14T17:11:57.634" v="1703" actId="20577"/>
          <ac:spMkLst>
            <pc:docMk/>
            <pc:sldMk cId="2852760341" sldId="259"/>
            <ac:spMk id="3" creationId="{5852B724-E47B-9C14-9E1F-E5FE5A5B6B63}"/>
          </ac:spMkLst>
        </pc:spChg>
        <pc:graphicFrameChg chg="add mod modGraphic">
          <ac:chgData name="택주 권" userId="ccd56deedaff4490" providerId="LiveId" clId="{310B1D75-06D1-4C66-A4D9-8F949EB66769}" dt="2026-10-14T17:08:01" v="1662" actId="12385"/>
          <ac:graphicFrameMkLst>
            <pc:docMk/>
            <pc:sldMk cId="2852760341" sldId="259"/>
            <ac:graphicFrameMk id="4" creationId="{30F690BE-749A-F6D0-38C3-B0662AA4D867}"/>
          </ac:graphicFrameMkLst>
        </pc:graphicFrameChg>
        <pc:graphicFrameChg chg="del">
          <ac:chgData name="택주 권" userId="ccd56deedaff4490" providerId="LiveId" clId="{310B1D75-06D1-4C66-A4D9-8F949EB66769}" dt="2026-10-11T06:15:45.267" v="135" actId="478"/>
          <ac:graphicFrameMkLst>
            <pc:docMk/>
            <pc:sldMk cId="2852760341" sldId="259"/>
            <ac:graphicFrameMk id="4" creationId="{E2914935-A38F-49A6-2C79-46070192F95B}"/>
          </ac:graphicFrameMkLst>
        </pc:graphicFrameChg>
        <pc:picChg chg="add del mod">
          <ac:chgData name="택주 권" userId="ccd56deedaff4490" providerId="LiveId" clId="{310B1D75-06D1-4C66-A4D9-8F949EB66769}" dt="2026-10-12T12:25:12.487" v="1375" actId="478"/>
          <ac:picMkLst>
            <pc:docMk/>
            <pc:sldMk cId="2852760341" sldId="259"/>
            <ac:picMk id="5" creationId="{F5228757-5F4F-FE23-200A-CB25EC947FE1}"/>
          </ac:picMkLst>
        </pc:picChg>
        <pc:picChg chg="add del">
          <ac:chgData name="택주 권" userId="ccd56deedaff4490" providerId="LiveId" clId="{310B1D75-06D1-4C66-A4D9-8F949EB66769}" dt="2026-10-14T17:07:26.040" v="1661" actId="478"/>
          <ac:picMkLst>
            <pc:docMk/>
            <pc:sldMk cId="2852760341" sldId="259"/>
            <ac:picMk id="6" creationId="{839BA7B3-305A-9D4E-3E0F-2B6EB5990DBD}"/>
          </ac:picMkLst>
        </pc:picChg>
        <pc:picChg chg="add mod">
          <ac:chgData name="택주 권" userId="ccd56deedaff4490" providerId="LiveId" clId="{310B1D75-06D1-4C66-A4D9-8F949EB66769}" dt="2026-10-14T17:08:48.450" v="1673" actId="1076"/>
          <ac:picMkLst>
            <pc:docMk/>
            <pc:sldMk cId="2852760341" sldId="259"/>
            <ac:picMk id="8" creationId="{01F7B0CA-832B-E3DC-9A00-9010A5A88236}"/>
          </ac:picMkLst>
        </pc:picChg>
        <pc:picChg chg="add mod">
          <ac:chgData name="택주 권" userId="ccd56deedaff4490" providerId="LiveId" clId="{310B1D75-06D1-4C66-A4D9-8F949EB66769}" dt="2026-10-14T17:08:31.973" v="1669" actId="1076"/>
          <ac:picMkLst>
            <pc:docMk/>
            <pc:sldMk cId="2852760341" sldId="259"/>
            <ac:picMk id="10" creationId="{6357C024-1E62-53BB-785A-7C4AD7CFB414}"/>
          </ac:picMkLst>
        </pc:picChg>
      </pc:sldChg>
      <pc:sldChg chg="modSp mod">
        <pc:chgData name="택주 권" userId="ccd56deedaff4490" providerId="LiveId" clId="{310B1D75-06D1-4C66-A4D9-8F949EB66769}" dt="2026-10-14T17:43:24.535" v="3274" actId="20577"/>
        <pc:sldMkLst>
          <pc:docMk/>
          <pc:sldMk cId="2170711995" sldId="260"/>
        </pc:sldMkLst>
        <pc:spChg chg="mod">
          <ac:chgData name="택주 권" userId="ccd56deedaff4490" providerId="LiveId" clId="{310B1D75-06D1-4C66-A4D9-8F949EB66769}" dt="2026-10-14T17:43:24.535" v="3274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delSp del mod">
        <pc:chgData name="택주 권" userId="ccd56deedaff4490" providerId="LiveId" clId="{310B1D75-06D1-4C66-A4D9-8F949EB66769}" dt="2026-10-11T06:17:43.710" v="308" actId="47"/>
        <pc:sldMkLst>
          <pc:docMk/>
          <pc:sldMk cId="490718205" sldId="261"/>
        </pc:sldMkLst>
        <pc:spChg chg="del">
          <ac:chgData name="택주 권" userId="ccd56deedaff4490" providerId="LiveId" clId="{310B1D75-06D1-4C66-A4D9-8F949EB66769}" dt="2026-10-11T06:15:38.264" v="133" actId="478"/>
          <ac:spMkLst>
            <pc:docMk/>
            <pc:sldMk cId="490718205" sldId="261"/>
            <ac:spMk id="4" creationId="{742F8D02-3666-D697-123F-252D611E4339}"/>
          </ac:spMkLst>
        </pc:spChg>
      </pc:sldChg>
      <pc:sldChg chg="addSp delSp modSp add del mod">
        <pc:chgData name="택주 권" userId="ccd56deedaff4490" providerId="LiveId" clId="{310B1D75-06D1-4C66-A4D9-8F949EB66769}" dt="2026-10-14T17:33:25.040" v="2163" actId="207"/>
        <pc:sldMkLst>
          <pc:docMk/>
          <pc:sldMk cId="3977347988" sldId="262"/>
        </pc:sldMkLst>
        <pc:spChg chg="mod">
          <ac:chgData name="택주 권" userId="ccd56deedaff4490" providerId="LiveId" clId="{310B1D75-06D1-4C66-A4D9-8F949EB66769}" dt="2026-10-14T17:33:25.040" v="2163" actId="207"/>
          <ac:spMkLst>
            <pc:docMk/>
            <pc:sldMk cId="3977347988" sldId="262"/>
            <ac:spMk id="3" creationId="{5852B724-E47B-9C14-9E1F-E5FE5A5B6B63}"/>
          </ac:spMkLst>
        </pc:spChg>
        <pc:graphicFrameChg chg="del">
          <ac:chgData name="택주 권" userId="ccd56deedaff4490" providerId="LiveId" clId="{310B1D75-06D1-4C66-A4D9-8F949EB66769}" dt="2026-10-11T06:15:49.104" v="136" actId="478"/>
          <ac:graphicFrameMkLst>
            <pc:docMk/>
            <pc:sldMk cId="3977347988" sldId="262"/>
            <ac:graphicFrameMk id="4" creationId="{4310EFC3-BCD6-55C4-321B-0E4B59F33698}"/>
          </ac:graphicFrameMkLst>
        </pc:graphicFrameChg>
        <pc:graphicFrameChg chg="add del mod">
          <ac:chgData name="택주 권" userId="ccd56deedaff4490" providerId="LiveId" clId="{310B1D75-06D1-4C66-A4D9-8F949EB66769}" dt="2026-10-14T17:15:18.987" v="1888" actId="478"/>
          <ac:graphicFrameMkLst>
            <pc:docMk/>
            <pc:sldMk cId="3977347988" sldId="262"/>
            <ac:graphicFrameMk id="4" creationId="{BC43164C-6142-0998-3F9D-C702675E0380}"/>
          </ac:graphicFrameMkLst>
        </pc:graphicFrameChg>
        <pc:graphicFrameChg chg="add mod">
          <ac:chgData name="택주 권" userId="ccd56deedaff4490" providerId="LiveId" clId="{310B1D75-06D1-4C66-A4D9-8F949EB66769}" dt="2026-10-14T17:15:19.463" v="1889"/>
          <ac:graphicFrameMkLst>
            <pc:docMk/>
            <pc:sldMk cId="3977347988" sldId="262"/>
            <ac:graphicFrameMk id="5" creationId="{2BA7E514-D5FF-FAC0-CB5E-B454970C1262}"/>
          </ac:graphicFrameMkLst>
        </pc:graphicFrameChg>
        <pc:picChg chg="add del mod">
          <ac:chgData name="택주 권" userId="ccd56deedaff4490" providerId="LiveId" clId="{310B1D75-06D1-4C66-A4D9-8F949EB66769}" dt="2026-10-12T12:25:13.930" v="1376" actId="478"/>
          <ac:picMkLst>
            <pc:docMk/>
            <pc:sldMk cId="3977347988" sldId="262"/>
            <ac:picMk id="5" creationId="{BB1762B1-45F4-0A45-FAAC-7FC7ABBBC188}"/>
          </ac:picMkLst>
        </pc:picChg>
        <pc:picChg chg="add mod">
          <ac:chgData name="택주 권" userId="ccd56deedaff4490" providerId="LiveId" clId="{310B1D75-06D1-4C66-A4D9-8F949EB66769}" dt="2026-10-14T17:15:49.146" v="1895" actId="1076"/>
          <ac:picMkLst>
            <pc:docMk/>
            <pc:sldMk cId="3977347988" sldId="262"/>
            <ac:picMk id="7" creationId="{9FE25693-67B8-9D8C-A9D4-CC3AB3EECD44}"/>
          </ac:picMkLst>
        </pc:picChg>
        <pc:picChg chg="add mod">
          <ac:chgData name="택주 권" userId="ccd56deedaff4490" providerId="LiveId" clId="{310B1D75-06D1-4C66-A4D9-8F949EB66769}" dt="2026-10-14T17:16:05.266" v="1901" actId="1076"/>
          <ac:picMkLst>
            <pc:docMk/>
            <pc:sldMk cId="3977347988" sldId="262"/>
            <ac:picMk id="9" creationId="{B28FFEE2-2258-B98E-4EFE-782A32409AD5}"/>
          </ac:picMkLst>
        </pc:picChg>
      </pc:sldChg>
      <pc:sldChg chg="delSp del mod">
        <pc:chgData name="택주 권" userId="ccd56deedaff4490" providerId="LiveId" clId="{310B1D75-06D1-4C66-A4D9-8F949EB66769}" dt="2026-10-11T06:17:41.620" v="307" actId="47"/>
        <pc:sldMkLst>
          <pc:docMk/>
          <pc:sldMk cId="445456064" sldId="263"/>
        </pc:sldMkLst>
        <pc:spChg chg="del">
          <ac:chgData name="택주 권" userId="ccd56deedaff4490" providerId="LiveId" clId="{310B1D75-06D1-4C66-A4D9-8F949EB66769}" dt="2026-10-11T06:15:42.350" v="134" actId="478"/>
          <ac:spMkLst>
            <pc:docMk/>
            <pc:sldMk cId="445456064" sldId="263"/>
            <ac:spMk id="4" creationId="{FD667B59-952B-A6C2-1647-BE025B36AA19}"/>
          </ac:spMkLst>
        </pc:spChg>
      </pc:sldChg>
      <pc:sldChg chg="addSp delSp modSp add mod">
        <pc:chgData name="택주 권" userId="ccd56deedaff4490" providerId="LiveId" clId="{310B1D75-06D1-4C66-A4D9-8F949EB66769}" dt="2026-10-14T17:19:22.269" v="2029" actId="1036"/>
        <pc:sldMkLst>
          <pc:docMk/>
          <pc:sldMk cId="1948267706" sldId="263"/>
        </pc:sldMkLst>
        <pc:spChg chg="mod">
          <ac:chgData name="택주 권" userId="ccd56deedaff4490" providerId="LiveId" clId="{310B1D75-06D1-4C66-A4D9-8F949EB66769}" dt="2026-10-14T17:19:11.242" v="2015"/>
          <ac:spMkLst>
            <pc:docMk/>
            <pc:sldMk cId="1948267706" sldId="263"/>
            <ac:spMk id="3" creationId="{5852B724-E47B-9C14-9E1F-E5FE5A5B6B63}"/>
          </ac:spMkLst>
        </pc:spChg>
        <pc:graphicFrameChg chg="add mod modGraphic">
          <ac:chgData name="택주 권" userId="ccd56deedaff4490" providerId="LiveId" clId="{310B1D75-06D1-4C66-A4D9-8F949EB66769}" dt="2026-10-14T17:19:22.269" v="2029" actId="1036"/>
          <ac:graphicFrameMkLst>
            <pc:docMk/>
            <pc:sldMk cId="1948267706" sldId="263"/>
            <ac:graphicFrameMk id="8" creationId="{4B3B7DC5-7641-16D0-C891-C3E16AF6CABE}"/>
          </ac:graphicFrameMkLst>
        </pc:graphicFrameChg>
        <pc:picChg chg="add del">
          <ac:chgData name="택주 권" userId="ccd56deedaff4490" providerId="LiveId" clId="{310B1D75-06D1-4C66-A4D9-8F949EB66769}" dt="2026-10-14T17:16:12.706" v="1903" actId="22"/>
          <ac:picMkLst>
            <pc:docMk/>
            <pc:sldMk cId="1948267706" sldId="263"/>
            <ac:picMk id="5" creationId="{610DCB62-E012-27ED-29CB-4D2132252E4C}"/>
          </ac:picMkLst>
        </pc:picChg>
        <pc:picChg chg="add mod">
          <ac:chgData name="택주 권" userId="ccd56deedaff4490" providerId="LiveId" clId="{310B1D75-06D1-4C66-A4D9-8F949EB66769}" dt="2026-10-14T17:19:22.269" v="2029" actId="1036"/>
          <ac:picMkLst>
            <pc:docMk/>
            <pc:sldMk cId="1948267706" sldId="263"/>
            <ac:picMk id="7" creationId="{6841EDE3-038E-A037-21E1-EC0B9DD8DB5B}"/>
          </ac:picMkLst>
        </pc:picChg>
      </pc:sldChg>
      <pc:sldChg chg="addSp modSp add mod">
        <pc:chgData name="택주 권" userId="ccd56deedaff4490" providerId="LiveId" clId="{310B1D75-06D1-4C66-A4D9-8F949EB66769}" dt="2026-10-14T17:15:04.155" v="1887" actId="14100"/>
        <pc:sldMkLst>
          <pc:docMk/>
          <pc:sldMk cId="3240711704" sldId="264"/>
        </pc:sldMkLst>
        <pc:spChg chg="mod">
          <ac:chgData name="택주 권" userId="ccd56deedaff4490" providerId="LiveId" clId="{310B1D75-06D1-4C66-A4D9-8F949EB66769}" dt="2026-10-14T17:12:18.265" v="1713" actId="20577"/>
          <ac:spMkLst>
            <pc:docMk/>
            <pc:sldMk cId="3240711704" sldId="264"/>
            <ac:spMk id="3" creationId="{5852B724-E47B-9C14-9E1F-E5FE5A5B6B63}"/>
          </ac:spMkLst>
        </pc:spChg>
        <pc:graphicFrameChg chg="add mod modGraphic">
          <ac:chgData name="택주 권" userId="ccd56deedaff4490" providerId="LiveId" clId="{310B1D75-06D1-4C66-A4D9-8F949EB66769}" dt="2026-10-14T17:15:04.155" v="1887" actId="14100"/>
          <ac:graphicFrameMkLst>
            <pc:docMk/>
            <pc:sldMk cId="3240711704" sldId="264"/>
            <ac:graphicFrameMk id="6" creationId="{44D28236-6767-233F-25C0-5463903E9DAC}"/>
          </ac:graphicFrameMkLst>
        </pc:graphicFrameChg>
        <pc:picChg chg="add mod">
          <ac:chgData name="택주 권" userId="ccd56deedaff4490" providerId="LiveId" clId="{310B1D75-06D1-4C66-A4D9-8F949EB66769}" dt="2026-10-14T17:12:45.215" v="1716" actId="1076"/>
          <ac:picMkLst>
            <pc:docMk/>
            <pc:sldMk cId="3240711704" sldId="264"/>
            <ac:picMk id="5" creationId="{42EA6CDA-C911-EE26-219F-01DE458587DA}"/>
          </ac:picMkLst>
        </pc:picChg>
      </pc:sldChg>
      <pc:sldChg chg="addSp delSp modSp add mod ord">
        <pc:chgData name="택주 권" userId="ccd56deedaff4490" providerId="LiveId" clId="{310B1D75-06D1-4C66-A4D9-8F949EB66769}" dt="2026-10-14T18:05:03.276" v="4319" actId="1035"/>
        <pc:sldMkLst>
          <pc:docMk/>
          <pc:sldMk cId="755901126" sldId="265"/>
        </pc:sldMkLst>
        <pc:spChg chg="mod">
          <ac:chgData name="택주 권" userId="ccd56deedaff4490" providerId="LiveId" clId="{310B1D75-06D1-4C66-A4D9-8F949EB66769}" dt="2026-10-14T17:19:57.693" v="2049" actId="20577"/>
          <ac:spMkLst>
            <pc:docMk/>
            <pc:sldMk cId="755901126" sldId="265"/>
            <ac:spMk id="3" creationId="{5852B724-E47B-9C14-9E1F-E5FE5A5B6B63}"/>
          </ac:spMkLst>
        </pc:spChg>
        <pc:spChg chg="add mod">
          <ac:chgData name="택주 권" userId="ccd56deedaff4490" providerId="LiveId" clId="{310B1D75-06D1-4C66-A4D9-8F949EB66769}" dt="2026-10-14T18:05:03.276" v="4319" actId="1035"/>
          <ac:spMkLst>
            <pc:docMk/>
            <pc:sldMk cId="755901126" sldId="265"/>
            <ac:spMk id="9" creationId="{FEFD02A3-6D24-4528-F8D1-4504BA2D3A16}"/>
          </ac:spMkLst>
        </pc:spChg>
        <pc:graphicFrameChg chg="add del mod modGraphic">
          <ac:chgData name="택주 권" userId="ccd56deedaff4490" providerId="LiveId" clId="{310B1D75-06D1-4C66-A4D9-8F949EB66769}" dt="2026-10-14T17:46:35.482" v="3280" actId="478"/>
          <ac:graphicFrameMkLst>
            <pc:docMk/>
            <pc:sldMk cId="755901126" sldId="265"/>
            <ac:graphicFrameMk id="4" creationId="{83CA9959-569B-B35A-6B5C-70FAFDB10DCA}"/>
          </ac:graphicFrameMkLst>
        </pc:graphicFrameChg>
        <pc:picChg chg="add del mod">
          <ac:chgData name="택주 권" userId="ccd56deedaff4490" providerId="LiveId" clId="{310B1D75-06D1-4C66-A4D9-8F949EB66769}" dt="2026-10-14T17:46:36.182" v="3281" actId="478"/>
          <ac:picMkLst>
            <pc:docMk/>
            <pc:sldMk cId="755901126" sldId="265"/>
            <ac:picMk id="6" creationId="{1689D963-5846-B476-9DA1-09A46CB031EB}"/>
          </ac:picMkLst>
        </pc:picChg>
        <pc:picChg chg="add del mod">
          <ac:chgData name="택주 권" userId="ccd56deedaff4490" providerId="LiveId" clId="{310B1D75-06D1-4C66-A4D9-8F949EB66769}" dt="2026-10-14T17:46:36.965" v="3282" actId="478"/>
          <ac:picMkLst>
            <pc:docMk/>
            <pc:sldMk cId="755901126" sldId="265"/>
            <ac:picMk id="8" creationId="{306079B1-2BBD-5335-29F2-FBBF2E6DEE2E}"/>
          </ac:picMkLst>
        </pc:picChg>
      </pc:sldChg>
      <pc:sldChg chg="addSp modSp add mod ord">
        <pc:chgData name="택주 권" userId="ccd56deedaff4490" providerId="LiveId" clId="{310B1D75-06D1-4C66-A4D9-8F949EB66769}" dt="2026-10-14T17:25:17.826" v="2155" actId="14100"/>
        <pc:sldMkLst>
          <pc:docMk/>
          <pc:sldMk cId="829851047" sldId="266"/>
        </pc:sldMkLst>
        <pc:spChg chg="mod">
          <ac:chgData name="택주 권" userId="ccd56deedaff4490" providerId="LiveId" clId="{310B1D75-06D1-4C66-A4D9-8F949EB66769}" dt="2026-10-14T17:18:11.757" v="1969" actId="14100"/>
          <ac:spMkLst>
            <pc:docMk/>
            <pc:sldMk cId="829851047" sldId="266"/>
            <ac:spMk id="3" creationId="{5852B724-E47B-9C14-9E1F-E5FE5A5B6B63}"/>
          </ac:spMkLst>
        </pc:spChg>
        <pc:graphicFrameChg chg="add mod">
          <ac:chgData name="택주 권" userId="ccd56deedaff4490" providerId="LiveId" clId="{310B1D75-06D1-4C66-A4D9-8F949EB66769}" dt="2026-10-14T17:24:29.975" v="2148"/>
          <ac:graphicFrameMkLst>
            <pc:docMk/>
            <pc:sldMk cId="829851047" sldId="266"/>
            <ac:graphicFrameMk id="4" creationId="{6AFE07DB-898A-46BD-127F-8AA150AFD879}"/>
          </ac:graphicFrameMkLst>
        </pc:graphicFrameChg>
        <pc:picChg chg="add mod">
          <ac:chgData name="택주 권" userId="ccd56deedaff4490" providerId="LiveId" clId="{310B1D75-06D1-4C66-A4D9-8F949EB66769}" dt="2026-10-14T17:24:58.829" v="2151" actId="1076"/>
          <ac:picMkLst>
            <pc:docMk/>
            <pc:sldMk cId="829851047" sldId="266"/>
            <ac:picMk id="6" creationId="{AD8F004C-727C-26CA-8208-FC4CD418F70F}"/>
          </ac:picMkLst>
        </pc:picChg>
        <pc:picChg chg="add mod">
          <ac:chgData name="택주 권" userId="ccd56deedaff4490" providerId="LiveId" clId="{310B1D75-06D1-4C66-A4D9-8F949EB66769}" dt="2026-10-14T17:25:17.826" v="2155" actId="14100"/>
          <ac:picMkLst>
            <pc:docMk/>
            <pc:sldMk cId="829851047" sldId="266"/>
            <ac:picMk id="8" creationId="{9EAA50DE-645A-0CC7-F442-4B5100114B71}"/>
          </ac:picMkLst>
        </pc:picChg>
      </pc:sldChg>
      <pc:sldChg chg="addSp delSp modSp add mod">
        <pc:chgData name="택주 권" userId="ccd56deedaff4490" providerId="LiveId" clId="{310B1D75-06D1-4C66-A4D9-8F949EB66769}" dt="2026-10-14T18:04:46.351" v="4301" actId="20577"/>
        <pc:sldMkLst>
          <pc:docMk/>
          <pc:sldMk cId="3255352950" sldId="267"/>
        </pc:sldMkLst>
        <pc:spChg chg="add mod">
          <ac:chgData name="택주 권" userId="ccd56deedaff4490" providerId="LiveId" clId="{310B1D75-06D1-4C66-A4D9-8F949EB66769}" dt="2026-10-14T18:04:46.351" v="4301" actId="20577"/>
          <ac:spMkLst>
            <pc:docMk/>
            <pc:sldMk cId="3255352950" sldId="267"/>
            <ac:spMk id="5" creationId="{6F72E5F3-15D7-ED72-35BC-2B09031FD665}"/>
          </ac:spMkLst>
        </pc:spChg>
        <pc:graphicFrameChg chg="del">
          <ac:chgData name="택주 권" userId="ccd56deedaff4490" providerId="LiveId" clId="{310B1D75-06D1-4C66-A4D9-8F949EB66769}" dt="2026-10-14T17:46:22.167" v="3276" actId="478"/>
          <ac:graphicFrameMkLst>
            <pc:docMk/>
            <pc:sldMk cId="3255352950" sldId="267"/>
            <ac:graphicFrameMk id="4" creationId="{6AFE07DB-898A-46BD-127F-8AA150AFD879}"/>
          </ac:graphicFrameMkLst>
        </pc:graphicFrameChg>
        <pc:picChg chg="del">
          <ac:chgData name="택주 권" userId="ccd56deedaff4490" providerId="LiveId" clId="{310B1D75-06D1-4C66-A4D9-8F949EB66769}" dt="2026-10-14T17:46:24.518" v="3277" actId="478"/>
          <ac:picMkLst>
            <pc:docMk/>
            <pc:sldMk cId="3255352950" sldId="267"/>
            <ac:picMk id="6" creationId="{AD8F004C-727C-26CA-8208-FC4CD418F70F}"/>
          </ac:picMkLst>
        </pc:picChg>
        <pc:picChg chg="del">
          <ac:chgData name="택주 권" userId="ccd56deedaff4490" providerId="LiveId" clId="{310B1D75-06D1-4C66-A4D9-8F949EB66769}" dt="2026-10-14T17:46:25.755" v="3278" actId="478"/>
          <ac:picMkLst>
            <pc:docMk/>
            <pc:sldMk cId="3255352950" sldId="267"/>
            <ac:picMk id="8" creationId="{9EAA50DE-645A-0CC7-F442-4B5100114B71}"/>
          </ac:picMkLst>
        </pc:picChg>
      </pc:sldChg>
      <pc:sldChg chg="add">
        <pc:chgData name="택주 권" userId="ccd56deedaff4490" providerId="LiveId" clId="{310B1D75-06D1-4C66-A4D9-8F949EB66769}" dt="2026-10-14T17:46:31.184" v="3279"/>
        <pc:sldMkLst>
          <pc:docMk/>
          <pc:sldMk cId="2976136579" sldId="268"/>
        </pc:sldMkLst>
      </pc:sldChg>
    </pc:docChg>
  </pc:docChgLst>
  <pc:docChgLst>
    <pc:chgData name="택주 권" userId="ccd56deedaff4490" providerId="LiveId" clId="{33596BE3-6062-4513-8562-FC03A924889F}"/>
    <pc:docChg chg="undo custSel addSld delSld modSld modMainMaster">
      <pc:chgData name="택주 권" userId="ccd56deedaff4490" providerId="LiveId" clId="{33596BE3-6062-4513-8562-FC03A924889F}" dt="2026-09-27T13:33:09.270" v="3045" actId="113"/>
      <pc:docMkLst>
        <pc:docMk/>
      </pc:docMkLst>
      <pc:sldChg chg="modSp mod">
        <pc:chgData name="택주 권" userId="ccd56deedaff4490" providerId="LiveId" clId="{33596BE3-6062-4513-8562-FC03A924889F}" dt="2026-09-27T11:35:09.121" v="1348" actId="404"/>
        <pc:sldMkLst>
          <pc:docMk/>
          <pc:sldMk cId="57943583" sldId="256"/>
        </pc:sldMkLst>
        <pc:spChg chg="mod">
          <ac:chgData name="택주 권" userId="ccd56deedaff4490" providerId="LiveId" clId="{33596BE3-6062-4513-8562-FC03A924889F}" dt="2026-09-27T11:29:48.188" v="1202" actId="120"/>
          <ac:spMkLst>
            <pc:docMk/>
            <pc:sldMk cId="57943583" sldId="256"/>
            <ac:spMk id="2" creationId="{C11F4409-80D8-A8D3-AD17-3A02DEA82643}"/>
          </ac:spMkLst>
        </pc:spChg>
        <pc:spChg chg="mod">
          <ac:chgData name="택주 권" userId="ccd56deedaff4490" providerId="LiveId" clId="{33596BE3-6062-4513-8562-FC03A924889F}" dt="2026-09-27T11:35:09.121" v="1348" actId="404"/>
          <ac:spMkLst>
            <pc:docMk/>
            <pc:sldMk cId="57943583" sldId="256"/>
            <ac:spMk id="3" creationId="{EA7C472A-6CCF-5C71-FC43-395DC3CD2AAC}"/>
          </ac:spMkLst>
        </pc:spChg>
      </pc:sldChg>
      <pc:sldChg chg="modSp new mod">
        <pc:chgData name="택주 권" userId="ccd56deedaff4490" providerId="LiveId" clId="{33596BE3-6062-4513-8562-FC03A924889F}" dt="2026-09-27T11:10:34.542" v="315" actId="113"/>
        <pc:sldMkLst>
          <pc:docMk/>
          <pc:sldMk cId="1637662937" sldId="257"/>
        </pc:sldMkLst>
        <pc:spChg chg="mod">
          <ac:chgData name="택주 권" userId="ccd56deedaff4490" providerId="LiveId" clId="{33596BE3-6062-4513-8562-FC03A924889F}" dt="2026-09-27T11:05:05.731" v="103" actId="20577"/>
          <ac:spMkLst>
            <pc:docMk/>
            <pc:sldMk cId="1637662937" sldId="257"/>
            <ac:spMk id="2" creationId="{CBB9D9EA-0813-88A7-BA4D-27033C236949}"/>
          </ac:spMkLst>
        </pc:spChg>
        <pc:spChg chg="mod">
          <ac:chgData name="택주 권" userId="ccd56deedaff4490" providerId="LiveId" clId="{33596BE3-6062-4513-8562-FC03A924889F}" dt="2026-09-27T11:10:34.542" v="315" actId="113"/>
          <ac:spMkLst>
            <pc:docMk/>
            <pc:sldMk cId="1637662937" sldId="257"/>
            <ac:spMk id="3" creationId="{21D6F030-CEE2-BB64-9323-60BFA127EEAD}"/>
          </ac:spMkLst>
        </pc:spChg>
      </pc:sldChg>
      <pc:sldChg chg="modSp new mod">
        <pc:chgData name="택주 권" userId="ccd56deedaff4490" providerId="LiveId" clId="{33596BE3-6062-4513-8562-FC03A924889F}" dt="2026-09-27T13:22:43.087" v="1932" actId="20577"/>
        <pc:sldMkLst>
          <pc:docMk/>
          <pc:sldMk cId="3064923119" sldId="258"/>
        </pc:sldMkLst>
        <pc:spChg chg="mod">
          <ac:chgData name="택주 권" userId="ccd56deedaff4490" providerId="LiveId" clId="{33596BE3-6062-4513-8562-FC03A924889F}" dt="2026-09-27T11:07:23.066" v="237" actId="20577"/>
          <ac:spMkLst>
            <pc:docMk/>
            <pc:sldMk cId="3064923119" sldId="258"/>
            <ac:spMk id="2" creationId="{E4727BBC-72BE-06DC-75C8-8FAC63FEC32B}"/>
          </ac:spMkLst>
        </pc:spChg>
        <pc:spChg chg="mod">
          <ac:chgData name="택주 권" userId="ccd56deedaff4490" providerId="LiveId" clId="{33596BE3-6062-4513-8562-FC03A924889F}" dt="2026-09-27T13:22:43.087" v="193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modSp new mod">
        <pc:chgData name="택주 권" userId="ccd56deedaff4490" providerId="LiveId" clId="{33596BE3-6062-4513-8562-FC03A924889F}" dt="2026-09-27T13:31:46.819" v="2662" actId="1076"/>
        <pc:sldMkLst>
          <pc:docMk/>
          <pc:sldMk cId="2852760341" sldId="259"/>
        </pc:sldMkLst>
        <pc:spChg chg="mod">
          <ac:chgData name="택주 권" userId="ccd56deedaff4490" providerId="LiveId" clId="{33596BE3-6062-4513-8562-FC03A924889F}" dt="2026-09-27T11:07:26.490" v="252" actId="20577"/>
          <ac:spMkLst>
            <pc:docMk/>
            <pc:sldMk cId="2852760341" sldId="259"/>
            <ac:spMk id="2" creationId="{05F47E05-2409-F2F5-E759-8FF54D92678B}"/>
          </ac:spMkLst>
        </pc:spChg>
        <pc:spChg chg="mod">
          <ac:chgData name="택주 권" userId="ccd56deedaff4490" providerId="LiveId" clId="{33596BE3-6062-4513-8562-FC03A924889F}" dt="2026-09-27T13:21:30.239" v="1922" actId="113"/>
          <ac:spMkLst>
            <pc:docMk/>
            <pc:sldMk cId="2852760341" sldId="259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31:46.819" v="2662" actId="1076"/>
          <ac:spMkLst>
            <pc:docMk/>
            <pc:sldMk cId="2852760341" sldId="259"/>
            <ac:spMk id="6" creationId="{05099392-6312-F2D7-3E80-B52EF6F32F5B}"/>
          </ac:spMkLst>
        </pc:spChg>
        <pc:picChg chg="add mod modCrop">
          <ac:chgData name="택주 권" userId="ccd56deedaff4490" providerId="LiveId" clId="{33596BE3-6062-4513-8562-FC03A924889F}" dt="2026-09-27T13:31:42.302" v="2661" actId="1076"/>
          <ac:picMkLst>
            <pc:docMk/>
            <pc:sldMk cId="2852760341" sldId="259"/>
            <ac:picMk id="5" creationId="{8CE419C0-8CC9-0845-B960-4076424A8DFA}"/>
          </ac:picMkLst>
        </pc:picChg>
      </pc:sldChg>
      <pc:sldChg chg="modSp new mod">
        <pc:chgData name="택주 권" userId="ccd56deedaff4490" providerId="LiveId" clId="{33596BE3-6062-4513-8562-FC03A924889F}" dt="2026-09-27T13:33:09.270" v="3045" actId="113"/>
        <pc:sldMkLst>
          <pc:docMk/>
          <pc:sldMk cId="2170711995" sldId="260"/>
        </pc:sldMkLst>
        <pc:spChg chg="mod">
          <ac:chgData name="택주 권" userId="ccd56deedaff4490" providerId="LiveId" clId="{33596BE3-6062-4513-8562-FC03A924889F}" dt="2026-09-27T11:07:18.661" v="221" actId="20577"/>
          <ac:spMkLst>
            <pc:docMk/>
            <pc:sldMk cId="2170711995" sldId="260"/>
            <ac:spMk id="2" creationId="{4F5A8108-ED05-C8B3-538C-B61C977CDB8A}"/>
          </ac:spMkLst>
        </pc:spChg>
        <pc:spChg chg="mod">
          <ac:chgData name="택주 권" userId="ccd56deedaff4490" providerId="LiveId" clId="{33596BE3-6062-4513-8562-FC03A924889F}" dt="2026-09-27T13:33:09.270" v="3045" actId="113"/>
          <ac:spMkLst>
            <pc:docMk/>
            <pc:sldMk cId="2170711995" sldId="260"/>
            <ac:spMk id="3" creationId="{E7C4356A-B9C5-EDE9-1DDC-9DA3BC6B9B9A}"/>
          </ac:spMkLst>
        </pc:spChg>
      </pc:sldChg>
      <pc:sldChg chg="modSp new mod">
        <pc:chgData name="택주 권" userId="ccd56deedaff4490" providerId="LiveId" clId="{33596BE3-6062-4513-8562-FC03A924889F}" dt="2026-09-27T11:27:55.809" v="1198" actId="5793"/>
        <pc:sldMkLst>
          <pc:docMk/>
          <pc:sldMk cId="2935767000" sldId="261"/>
        </pc:sldMkLst>
        <pc:spChg chg="mod">
          <ac:chgData name="택주 권" userId="ccd56deedaff4490" providerId="LiveId" clId="{33596BE3-6062-4513-8562-FC03A924889F}" dt="2026-09-27T11:14:27.165" v="369" actId="20577"/>
          <ac:spMkLst>
            <pc:docMk/>
            <pc:sldMk cId="2935767000" sldId="261"/>
            <ac:spMk id="2" creationId="{2CD1B300-B89E-D7A0-0333-AD1C2C841001}"/>
          </ac:spMkLst>
        </pc:spChg>
        <pc:spChg chg="mod">
          <ac:chgData name="택주 권" userId="ccd56deedaff4490" providerId="LiveId" clId="{33596BE3-6062-4513-8562-FC03A924889F}" dt="2026-09-27T11:27:55.809" v="1198" actId="5793"/>
          <ac:spMkLst>
            <pc:docMk/>
            <pc:sldMk cId="2935767000" sldId="261"/>
            <ac:spMk id="3" creationId="{B95F481C-75DC-6416-BC10-C4B5AF5EE4A9}"/>
          </ac:spMkLst>
        </pc:spChg>
      </pc:sldChg>
      <pc:sldChg chg="addSp modSp add mod">
        <pc:chgData name="택주 권" userId="ccd56deedaff4490" providerId="LiveId" clId="{33596BE3-6062-4513-8562-FC03A924889F}" dt="2026-09-27T13:27:35.475" v="2283" actId="2710"/>
        <pc:sldMkLst>
          <pc:docMk/>
          <pc:sldMk cId="958500949" sldId="262"/>
        </pc:sldMkLst>
        <pc:spChg chg="mod">
          <ac:chgData name="택주 권" userId="ccd56deedaff4490" providerId="LiveId" clId="{33596BE3-6062-4513-8562-FC03A924889F}" dt="2026-09-27T13:21:34.269" v="1923" actId="113"/>
          <ac:spMkLst>
            <pc:docMk/>
            <pc:sldMk cId="958500949" sldId="262"/>
            <ac:spMk id="3" creationId="{5852B724-E47B-9C14-9E1F-E5FE5A5B6B63}"/>
          </ac:spMkLst>
        </pc:spChg>
        <pc:spChg chg="add mod">
          <ac:chgData name="택주 권" userId="ccd56deedaff4490" providerId="LiveId" clId="{33596BE3-6062-4513-8562-FC03A924889F}" dt="2026-09-27T13:27:35.475" v="2283" actId="2710"/>
          <ac:spMkLst>
            <pc:docMk/>
            <pc:sldMk cId="958500949" sldId="262"/>
            <ac:spMk id="6" creationId="{C9218541-1609-8A56-DDBF-FEC5EFDFC08A}"/>
          </ac:spMkLst>
        </pc:spChg>
        <pc:picChg chg="add mod modCrop">
          <ac:chgData name="택주 권" userId="ccd56deedaff4490" providerId="LiveId" clId="{33596BE3-6062-4513-8562-FC03A924889F}" dt="2026-09-27T13:21:58.818" v="1928" actId="1076"/>
          <ac:picMkLst>
            <pc:docMk/>
            <pc:sldMk cId="958500949" sldId="262"/>
            <ac:picMk id="5" creationId="{6DA936DE-EDEF-786C-4539-63219FD4EB27}"/>
          </ac:picMkLst>
        </pc:picChg>
      </pc:sldChg>
      <pc:sldChg chg="new del">
        <pc:chgData name="택주 권" userId="ccd56deedaff4490" providerId="LiveId" clId="{33596BE3-6062-4513-8562-FC03A924889F}" dt="2026-09-27T11:14:41.154" v="389" actId="680"/>
        <pc:sldMkLst>
          <pc:docMk/>
          <pc:sldMk cId="4045975856" sldId="262"/>
        </pc:sldMkLst>
      </pc:sldChg>
      <pc:sldChg chg="addSp delSp modSp add mod">
        <pc:chgData name="택주 권" userId="ccd56deedaff4490" providerId="LiveId" clId="{33596BE3-6062-4513-8562-FC03A924889F}" dt="2026-09-27T13:17:04.694" v="1919" actId="1076"/>
        <pc:sldMkLst>
          <pc:docMk/>
          <pc:sldMk cId="2976407003" sldId="263"/>
        </pc:sldMkLst>
        <pc:spChg chg="mod">
          <ac:chgData name="택주 권" userId="ccd56deedaff4490" providerId="LiveId" clId="{33596BE3-6062-4513-8562-FC03A924889F}" dt="2026-09-27T13:15:17.431" v="1888" actId="20577"/>
          <ac:spMkLst>
            <pc:docMk/>
            <pc:sldMk cId="2976407003" sldId="263"/>
            <ac:spMk id="3" creationId="{5852B724-E47B-9C14-9E1F-E5FE5A5B6B63}"/>
          </ac:spMkLst>
        </pc:spChg>
        <pc:spChg chg="add del mod">
          <ac:chgData name="택주 권" userId="ccd56deedaff4490" providerId="LiveId" clId="{33596BE3-6062-4513-8562-FC03A924889F}" dt="2026-09-27T12:41:09.159" v="1362"/>
          <ac:spMkLst>
            <pc:docMk/>
            <pc:sldMk cId="2976407003" sldId="263"/>
            <ac:spMk id="6" creationId="{25B45A30-C99E-0483-DB3E-19A57A6F1C34}"/>
          </ac:spMkLst>
        </pc:spChg>
        <pc:spChg chg="add del mod">
          <ac:chgData name="택주 권" userId="ccd56deedaff4490" providerId="LiveId" clId="{33596BE3-6062-4513-8562-FC03A924889F}" dt="2026-09-27T12:41:21.070" v="1370" actId="478"/>
          <ac:spMkLst>
            <pc:docMk/>
            <pc:sldMk cId="2976407003" sldId="263"/>
            <ac:spMk id="7" creationId="{5DE21157-5016-D3E9-7319-1F50AD2E71F7}"/>
          </ac:spMkLst>
        </pc:spChg>
        <pc:spChg chg="add del mod">
          <ac:chgData name="택주 권" userId="ccd56deedaff4490" providerId="LiveId" clId="{33596BE3-6062-4513-8562-FC03A924889F}" dt="2026-09-27T12:51:10.171" v="1859" actId="478"/>
          <ac:spMkLst>
            <pc:docMk/>
            <pc:sldMk cId="2976407003" sldId="263"/>
            <ac:spMk id="8" creationId="{7FB3D811-A1F2-165A-21C8-5D0BCDDCC6EE}"/>
          </ac:spMkLst>
        </pc:spChg>
        <pc:spChg chg="add mod">
          <ac:chgData name="택주 권" userId="ccd56deedaff4490" providerId="LiveId" clId="{33596BE3-6062-4513-8562-FC03A924889F}" dt="2026-09-27T13:17:04.694" v="1919" actId="1076"/>
          <ac:spMkLst>
            <pc:docMk/>
            <pc:sldMk cId="2976407003" sldId="263"/>
            <ac:spMk id="9" creationId="{FFA5D79F-58F2-3249-246A-0803911D727D}"/>
          </ac:spMkLst>
        </pc:spChg>
        <pc:picChg chg="add mod modCrop">
          <ac:chgData name="택주 권" userId="ccd56deedaff4490" providerId="LiveId" clId="{33596BE3-6062-4513-8562-FC03A924889F}" dt="2026-09-27T12:48:03.490" v="1669" actId="1038"/>
          <ac:picMkLst>
            <pc:docMk/>
            <pc:sldMk cId="2976407003" sldId="263"/>
            <ac:picMk id="5" creationId="{0BF66237-FE10-D046-B7AC-DA44479D94F5}"/>
          </ac:picMkLst>
        </pc:picChg>
      </pc:sldChg>
      <pc:sldChg chg="new del">
        <pc:chgData name="택주 권" userId="ccd56deedaff4490" providerId="LiveId" clId="{33596BE3-6062-4513-8562-FC03A924889F}" dt="2026-09-27T11:14:40.949" v="388" actId="680"/>
        <pc:sldMkLst>
          <pc:docMk/>
          <pc:sldMk cId="4237870664" sldId="263"/>
        </pc:sldMkLst>
      </pc:sldChg>
      <pc:sldMasterChg chg="modSldLayout">
        <pc:chgData name="택주 권" userId="ccd56deedaff4490" providerId="LiveId" clId="{33596BE3-6062-4513-8562-FC03A924889F}" dt="2026-09-27T11:13:04.904" v="319" actId="2711"/>
        <pc:sldMasterMkLst>
          <pc:docMk/>
          <pc:sldMasterMk cId="3875505721" sldId="2147483648"/>
        </pc:sldMasterMkLst>
        <pc:sldLayoutChg chg="addSp modSp mod">
          <pc:chgData name="택주 권" userId="ccd56deedaff4490" providerId="LiveId" clId="{33596BE3-6062-4513-8562-FC03A924889F}" dt="2026-09-27T11:12:23.728" v="317" actId="1076"/>
          <pc:sldLayoutMkLst>
            <pc:docMk/>
            <pc:sldMasterMk cId="3875505721" sldId="2147483648"/>
            <pc:sldLayoutMk cId="2028811568" sldId="2147483649"/>
          </pc:sldLayoutMkLst>
          <pc:picChg chg="add mod">
            <ac:chgData name="택주 권" userId="ccd56deedaff4490" providerId="LiveId" clId="{33596BE3-6062-4513-8562-FC03A924889F}" dt="2026-09-27T11:12:23.728" v="317" actId="1076"/>
            <ac:picMkLst>
              <pc:docMk/>
              <pc:sldMasterMk cId="3875505721" sldId="2147483648"/>
              <pc:sldLayoutMk cId="2028811568" sldId="2147483649"/>
              <ac:picMk id="8" creationId="{FDB723CB-F996-BE06-6E7E-A5359440E56E}"/>
            </ac:picMkLst>
          </pc:picChg>
        </pc:sldLayoutChg>
        <pc:sldLayoutChg chg="addSp modSp">
          <pc:chgData name="택주 권" userId="ccd56deedaff4490" providerId="LiveId" clId="{33596BE3-6062-4513-8562-FC03A924889F}" dt="2026-09-27T11:13:04.904" v="319" actId="2711"/>
          <pc:sldLayoutMkLst>
            <pc:docMk/>
            <pc:sldMasterMk cId="3875505721" sldId="2147483648"/>
            <pc:sldLayoutMk cId="3592824956" sldId="2147483650"/>
          </pc:sldLayoutMkLst>
          <pc:spChg chg="mod">
            <ac:chgData name="택주 권" userId="ccd56deedaff4490" providerId="LiveId" clId="{33596BE3-6062-4513-8562-FC03A924889F}" dt="2026-09-27T11:13:04.904" v="319" actId="2711"/>
            <ac:spMkLst>
              <pc:docMk/>
              <pc:sldMasterMk cId="3875505721" sldId="2147483648"/>
              <pc:sldLayoutMk cId="3592824956" sldId="2147483650"/>
              <ac:spMk id="2" creationId="{D586B02A-2DAE-E0AC-1067-26BAC710708C}"/>
            </ac:spMkLst>
          </pc:spChg>
          <pc:picChg chg="add mod">
            <ac:chgData name="택주 권" userId="ccd56deedaff4490" providerId="LiveId" clId="{33596BE3-6062-4513-8562-FC03A924889F}" dt="2026-09-27T11:12:32.512" v="318"/>
            <ac:picMkLst>
              <pc:docMk/>
              <pc:sldMasterMk cId="3875505721" sldId="2147483648"/>
              <pc:sldLayoutMk cId="3592824956" sldId="2147483650"/>
              <ac:picMk id="7" creationId="{0F6B0421-3812-7CF2-876A-F29E008B7EE1}"/>
            </ac:picMkLst>
          </pc:picChg>
        </pc:sldLayoutChg>
      </pc:sldMasterChg>
    </pc:docChg>
  </pc:docChgLst>
  <pc:docChgLst>
    <pc:chgData name="택주 권" userId="ccd56deedaff4490" providerId="LiveId" clId="{6C8B6A69-2F54-4650-843C-32FD1FAF88B5}"/>
    <pc:docChg chg="undo redo custSel addSld delSld modSld sldOrd">
      <pc:chgData name="택주 권" userId="ccd56deedaff4490" providerId="LiveId" clId="{6C8B6A69-2F54-4650-843C-32FD1FAF88B5}" dt="2026-10-03T07:08:08.465" v="4439" actId="20577"/>
      <pc:docMkLst>
        <pc:docMk/>
      </pc:docMkLst>
      <pc:sldChg chg="modSp mod">
        <pc:chgData name="택주 권" userId="ccd56deedaff4490" providerId="LiveId" clId="{6C8B6A69-2F54-4650-843C-32FD1FAF88B5}" dt="2026-09-28T13:51:06.883" v="1" actId="20577"/>
        <pc:sldMkLst>
          <pc:docMk/>
          <pc:sldMk cId="57943583" sldId="256"/>
        </pc:sldMkLst>
        <pc:spChg chg="mod">
          <ac:chgData name="택주 권" userId="ccd56deedaff4490" providerId="LiveId" clId="{6C8B6A69-2F54-4650-843C-32FD1FAF88B5}" dt="2026-09-28T13:51:06.883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6C8B6A69-2F54-4650-843C-32FD1FAF88B5}" dt="2026-09-28T13:53:25.884" v="100" actId="20577"/>
        <pc:sldMkLst>
          <pc:docMk/>
          <pc:sldMk cId="1637662937" sldId="257"/>
        </pc:sldMkLst>
        <pc:spChg chg="mod">
          <ac:chgData name="택주 권" userId="ccd56deedaff4490" providerId="LiveId" clId="{6C8B6A69-2F54-4650-843C-32FD1FAF88B5}" dt="2026-09-28T13:53:25.884" v="100" actId="20577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6C8B6A69-2F54-4650-843C-32FD1FAF88B5}" dt="2026-09-28T14:48:50.996" v="833"/>
        <pc:sldMkLst>
          <pc:docMk/>
          <pc:sldMk cId="3064923119" sldId="258"/>
        </pc:sldMkLst>
        <pc:spChg chg="mod">
          <ac:chgData name="택주 권" userId="ccd56deedaff4490" providerId="LiveId" clId="{6C8B6A69-2F54-4650-843C-32FD1FAF88B5}" dt="2026-09-28T14:48:50.996" v="833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6C8B6A69-2F54-4650-843C-32FD1FAF88B5}" dt="2026-09-28T17:07:53.100" v="1759" actId="14100"/>
        <pc:sldMkLst>
          <pc:docMk/>
          <pc:sldMk cId="2852760341" sldId="259"/>
        </pc:sldMkLst>
        <pc:spChg chg="mod">
          <ac:chgData name="택주 권" userId="ccd56deedaff4490" providerId="LiveId" clId="{6C8B6A69-2F54-4650-843C-32FD1FAF88B5}" dt="2026-09-28T14:39:47.058" v="119" actId="20577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50.879" v="179" actId="478"/>
          <ac:spMkLst>
            <pc:docMk/>
            <pc:sldMk cId="2852760341" sldId="259"/>
            <ac:spMk id="6" creationId="{05099392-6312-F2D7-3E80-B52EF6F32F5B}"/>
          </ac:spMkLst>
        </pc:spChg>
        <pc:spChg chg="add mod">
          <ac:chgData name="택주 권" userId="ccd56deedaff4490" providerId="LiveId" clId="{6C8B6A69-2F54-4650-843C-32FD1FAF88B5}" dt="2026-09-28T17:07:53.100" v="1759" actId="14100"/>
          <ac:spMkLst>
            <pc:docMk/>
            <pc:sldMk cId="2852760341" sldId="259"/>
            <ac:spMk id="6" creationId="{D906B765-A7EE-637B-4848-B8E18AF939CC}"/>
          </ac:spMkLst>
        </pc:spChg>
        <pc:picChg chg="del">
          <ac:chgData name="택주 권" userId="ccd56deedaff4490" providerId="LiveId" clId="{6C8B6A69-2F54-4650-843C-32FD1FAF88B5}" dt="2026-09-28T14:40:40.112" v="176" actId="478"/>
          <ac:picMkLst>
            <pc:docMk/>
            <pc:sldMk cId="2852760341" sldId="259"/>
            <ac:picMk id="5" creationId="{8CE419C0-8CC9-0845-B960-4076424A8DFA}"/>
          </ac:picMkLst>
        </pc:picChg>
        <pc:picChg chg="add mod modCrop">
          <ac:chgData name="택주 권" userId="ccd56deedaff4490" providerId="LiveId" clId="{6C8B6A69-2F54-4650-843C-32FD1FAF88B5}" dt="2026-09-28T17:07:37.137" v="1756" actId="1076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6C8B6A69-2F54-4650-843C-32FD1FAF88B5}" dt="2026-10-03T07:08:08.465" v="4439" actId="20577"/>
        <pc:sldMkLst>
          <pc:docMk/>
          <pc:sldMk cId="2170711995" sldId="260"/>
        </pc:sldMkLst>
        <pc:spChg chg="mod">
          <ac:chgData name="택주 권" userId="ccd56deedaff4490" providerId="LiveId" clId="{6C8B6A69-2F54-4650-843C-32FD1FAF88B5}" dt="2026-10-03T07:08:08.465" v="4439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modSp mod">
        <pc:chgData name="택주 권" userId="ccd56deedaff4490" providerId="LiveId" clId="{6C8B6A69-2F54-4650-843C-32FD1FAF88B5}" dt="2026-09-28T14:57:44.340" v="1291" actId="20577"/>
        <pc:sldMkLst>
          <pc:docMk/>
          <pc:sldMk cId="2935767000" sldId="261"/>
        </pc:sldMkLst>
        <pc:spChg chg="mod">
          <ac:chgData name="택주 권" userId="ccd56deedaff4490" providerId="LiveId" clId="{6C8B6A69-2F54-4650-843C-32FD1FAF88B5}" dt="2026-09-28T14:57:44.340" v="1291" actId="20577"/>
          <ac:spMkLst>
            <pc:docMk/>
            <pc:sldMk cId="2935767000" sldId="261"/>
            <ac:spMk id="3" creationId="{B95F481C-75DC-6416-BC10-C4B5AF5EE4A9}"/>
          </ac:spMkLst>
        </pc:spChg>
      </pc:sldChg>
      <pc:sldChg chg="addSp delSp modSp add del mod ord">
        <pc:chgData name="택주 권" userId="ccd56deedaff4490" providerId="LiveId" clId="{6C8B6A69-2F54-4650-843C-32FD1FAF88B5}" dt="2026-10-03T06:54:19.636" v="3291" actId="20577"/>
        <pc:sldMkLst>
          <pc:docMk/>
          <pc:sldMk cId="958500949" sldId="262"/>
        </pc:sldMkLst>
        <pc:spChg chg="mod">
          <ac:chgData name="택주 권" userId="ccd56deedaff4490" providerId="LiveId" clId="{6C8B6A69-2F54-4650-843C-32FD1FAF88B5}" dt="2026-10-03T06:54:19.636" v="3291" actId="20577"/>
          <ac:spMkLst>
            <pc:docMk/>
            <pc:sldMk cId="958500949" sldId="262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6.216" v="177" actId="478"/>
          <ac:spMkLst>
            <pc:docMk/>
            <pc:sldMk cId="958500949" sldId="262"/>
            <ac:spMk id="6" creationId="{C9218541-1609-8A56-DDBF-FEC5EFDFC08A}"/>
          </ac:spMkLst>
        </pc:spChg>
        <pc:picChg chg="del">
          <ac:chgData name="택주 권" userId="ccd56deedaff4490" providerId="LiveId" clId="{6C8B6A69-2F54-4650-843C-32FD1FAF88B5}" dt="2026-09-28T14:39:57.356" v="121" actId="478"/>
          <ac:picMkLst>
            <pc:docMk/>
            <pc:sldMk cId="958500949" sldId="262"/>
            <ac:picMk id="5" creationId="{6DA936DE-EDEF-786C-4539-63219FD4EB27}"/>
          </ac:picMkLst>
        </pc:picChg>
        <pc:picChg chg="add mod">
          <ac:chgData name="택주 권" userId="ccd56deedaff4490" providerId="LiveId" clId="{6C8B6A69-2F54-4650-843C-32FD1FAF88B5}" dt="2026-10-03T06:47:22.889" v="2867" actId="1076"/>
          <ac:picMkLst>
            <pc:docMk/>
            <pc:sldMk cId="958500949" sldId="262"/>
            <ac:picMk id="5" creationId="{B8D68CBA-797D-849C-EBBB-68BFD4CC94E2}"/>
          </ac:picMkLst>
        </pc:picChg>
      </pc:sldChg>
      <pc:sldChg chg="delSp modSp mod">
        <pc:chgData name="택주 권" userId="ccd56deedaff4490" providerId="LiveId" clId="{6C8B6A69-2F54-4650-843C-32FD1FAF88B5}" dt="2026-10-02T02:20:28.697" v="2811" actId="20577"/>
        <pc:sldMkLst>
          <pc:docMk/>
          <pc:sldMk cId="2976407003" sldId="263"/>
        </pc:sldMkLst>
        <pc:spChg chg="mod">
          <ac:chgData name="택주 권" userId="ccd56deedaff4490" providerId="LiveId" clId="{6C8B6A69-2F54-4650-843C-32FD1FAF88B5}" dt="2026-10-02T02:20:28.697" v="2811" actId="20577"/>
          <ac:spMkLst>
            <pc:docMk/>
            <pc:sldMk cId="2976407003" sldId="263"/>
            <ac:spMk id="3" creationId="{5852B724-E47B-9C14-9E1F-E5FE5A5B6B63}"/>
          </ac:spMkLst>
        </pc:spChg>
        <pc:spChg chg="del">
          <ac:chgData name="택주 권" userId="ccd56deedaff4490" providerId="LiveId" clId="{6C8B6A69-2F54-4650-843C-32FD1FAF88B5}" dt="2026-09-28T14:40:48.396" v="178" actId="478"/>
          <ac:spMkLst>
            <pc:docMk/>
            <pc:sldMk cId="2976407003" sldId="263"/>
            <ac:spMk id="9" creationId="{FFA5D79F-58F2-3249-246A-0803911D727D}"/>
          </ac:spMkLst>
        </pc:spChg>
        <pc:picChg chg="del">
          <ac:chgData name="택주 권" userId="ccd56deedaff4490" providerId="LiveId" clId="{6C8B6A69-2F54-4650-843C-32FD1FAF88B5}" dt="2026-09-28T14:39:55.360" v="120" actId="478"/>
          <ac:picMkLst>
            <pc:docMk/>
            <pc:sldMk cId="2976407003" sldId="263"/>
            <ac:picMk id="5" creationId="{0BF66237-FE10-D046-B7AC-DA44479D94F5}"/>
          </ac:picMkLst>
        </pc:picChg>
      </pc:sldChg>
      <pc:sldChg chg="addSp delSp modSp add mod ord">
        <pc:chgData name="택주 권" userId="ccd56deedaff4490" providerId="LiveId" clId="{6C8B6A69-2F54-4650-843C-32FD1FAF88B5}" dt="2026-10-02T01:57:53.215" v="1955" actId="20577"/>
        <pc:sldMkLst>
          <pc:docMk/>
          <pc:sldMk cId="2621688620" sldId="264"/>
        </pc:sldMkLst>
        <pc:spChg chg="mod">
          <ac:chgData name="택주 권" userId="ccd56deedaff4490" providerId="LiveId" clId="{6C8B6A69-2F54-4650-843C-32FD1FAF88B5}" dt="2026-10-02T01:57:53.215" v="1955" actId="20577"/>
          <ac:spMkLst>
            <pc:docMk/>
            <pc:sldMk cId="2621688620" sldId="264"/>
            <ac:spMk id="3" creationId="{5852B724-E47B-9C14-9E1F-E5FE5A5B6B63}"/>
          </ac:spMkLst>
        </pc:spChg>
        <pc:graphicFrameChg chg="add mod modGraphic">
          <ac:chgData name="택주 권" userId="ccd56deedaff4490" providerId="LiveId" clId="{6C8B6A69-2F54-4650-843C-32FD1FAF88B5}" dt="2026-10-01T16:49:37.413" v="1879" actId="12612"/>
          <ac:graphicFrameMkLst>
            <pc:docMk/>
            <pc:sldMk cId="2621688620" sldId="264"/>
            <ac:graphicFrameMk id="6" creationId="{DDB34CA9-E18D-4890-03B6-09A0316BA27F}"/>
          </ac:graphicFrameMkLst>
        </pc:graphicFrameChg>
        <pc:picChg chg="add del mod">
          <ac:chgData name="택주 권" userId="ccd56deedaff4490" providerId="LiveId" clId="{6C8B6A69-2F54-4650-843C-32FD1FAF88B5}" dt="2026-10-01T16:45:19.576" v="1769" actId="478"/>
          <ac:picMkLst>
            <pc:docMk/>
            <pc:sldMk cId="2621688620" sldId="264"/>
            <ac:picMk id="5" creationId="{5B83F01D-EC4D-E465-19FC-F3A7C741ACAE}"/>
          </ac:picMkLst>
        </pc:picChg>
        <pc:picChg chg="add del mod">
          <ac:chgData name="택주 권" userId="ccd56deedaff4490" providerId="LiveId" clId="{6C8B6A69-2F54-4650-843C-32FD1FAF88B5}" dt="2026-10-01T16:48:06.700" v="1868" actId="478"/>
          <ac:picMkLst>
            <pc:docMk/>
            <pc:sldMk cId="2621688620" sldId="264"/>
            <ac:picMk id="8" creationId="{3D1574E2-7DD4-AF62-40A8-01FFBDF8AB27}"/>
          </ac:picMkLst>
        </pc:picChg>
        <pc:picChg chg="add mod">
          <ac:chgData name="택주 권" userId="ccd56deedaff4490" providerId="LiveId" clId="{6C8B6A69-2F54-4650-843C-32FD1FAF88B5}" dt="2026-10-01T16:47:42.422" v="1846"/>
          <ac:picMkLst>
            <pc:docMk/>
            <pc:sldMk cId="2621688620" sldId="264"/>
            <ac:picMk id="9" creationId="{59657D6E-5EFC-A3DF-9E35-463B5CFE3DDD}"/>
          </ac:picMkLst>
        </pc:picChg>
        <pc:picChg chg="add del mod">
          <ac:chgData name="택주 권" userId="ccd56deedaff4490" providerId="LiveId" clId="{6C8B6A69-2F54-4650-843C-32FD1FAF88B5}" dt="2026-10-01T16:48:06.170" v="1867" actId="478"/>
          <ac:picMkLst>
            <pc:docMk/>
            <pc:sldMk cId="2621688620" sldId="264"/>
            <ac:picMk id="10" creationId="{833CB2CD-0BEB-E5F4-48D4-90F6FA424A6B}"/>
          </ac:picMkLst>
        </pc:picChg>
        <pc:picChg chg="add del mod">
          <ac:chgData name="택주 권" userId="ccd56deedaff4490" providerId="LiveId" clId="{6C8B6A69-2F54-4650-843C-32FD1FAF88B5}" dt="2026-10-01T16:48:05.660" v="1866" actId="478"/>
          <ac:picMkLst>
            <pc:docMk/>
            <pc:sldMk cId="2621688620" sldId="264"/>
            <ac:picMk id="11" creationId="{EDD4B0F6-2876-F59F-1B19-93D6C08E17D3}"/>
          </ac:picMkLst>
        </pc:picChg>
        <pc:picChg chg="add del mod">
          <ac:chgData name="택주 권" userId="ccd56deedaff4490" providerId="LiveId" clId="{6C8B6A69-2F54-4650-843C-32FD1FAF88B5}" dt="2026-10-01T16:48:05.157" v="1865" actId="478"/>
          <ac:picMkLst>
            <pc:docMk/>
            <pc:sldMk cId="2621688620" sldId="264"/>
            <ac:picMk id="12" creationId="{8D4B83BC-00A6-BC7B-5A1C-FA138EB26726}"/>
          </ac:picMkLst>
        </pc:picChg>
        <pc:picChg chg="add mod">
          <ac:chgData name="택주 권" userId="ccd56deedaff4490" providerId="LiveId" clId="{6C8B6A69-2F54-4650-843C-32FD1FAF88B5}" dt="2026-10-01T16:47:53.556" v="1853"/>
          <ac:picMkLst>
            <pc:docMk/>
            <pc:sldMk cId="2621688620" sldId="264"/>
            <ac:picMk id="13" creationId="{3EB3B488-3811-F78F-EF67-C5CB46EE476D}"/>
          </ac:picMkLst>
        </pc:picChg>
        <pc:picChg chg="add del mod">
          <ac:chgData name="택주 권" userId="ccd56deedaff4490" providerId="LiveId" clId="{6C8B6A69-2F54-4650-843C-32FD1FAF88B5}" dt="2026-10-01T16:48:04.514" v="1864" actId="478"/>
          <ac:picMkLst>
            <pc:docMk/>
            <pc:sldMk cId="2621688620" sldId="264"/>
            <ac:picMk id="14" creationId="{A61852D8-07E1-958F-4176-E8580D68329C}"/>
          </ac:picMkLst>
        </pc:picChg>
        <pc:picChg chg="add del mod">
          <ac:chgData name="택주 권" userId="ccd56deedaff4490" providerId="LiveId" clId="{6C8B6A69-2F54-4650-843C-32FD1FAF88B5}" dt="2026-10-01T16:48:03.897" v="1863" actId="478"/>
          <ac:picMkLst>
            <pc:docMk/>
            <pc:sldMk cId="2621688620" sldId="264"/>
            <ac:picMk id="15" creationId="{86A294BD-E77D-54A6-6838-B4832332D9ED}"/>
          </ac:picMkLst>
        </pc:picChg>
        <pc:picChg chg="add del mod">
          <ac:chgData name="택주 권" userId="ccd56deedaff4490" providerId="LiveId" clId="{6C8B6A69-2F54-4650-843C-32FD1FAF88B5}" dt="2026-10-01T16:48:03" v="1862" actId="478"/>
          <ac:picMkLst>
            <pc:docMk/>
            <pc:sldMk cId="2621688620" sldId="264"/>
            <ac:picMk id="16" creationId="{B2464E56-4922-0209-F6AE-929B313790EB}"/>
          </ac:picMkLst>
        </pc:picChg>
        <pc:picChg chg="add del mod">
          <ac:chgData name="택주 권" userId="ccd56deedaff4490" providerId="LiveId" clId="{6C8B6A69-2F54-4650-843C-32FD1FAF88B5}" dt="2026-10-01T16:48:02.522" v="1861" actId="478"/>
          <ac:picMkLst>
            <pc:docMk/>
            <pc:sldMk cId="2621688620" sldId="264"/>
            <ac:picMk id="17" creationId="{FBCEB987-8DC9-405A-7049-C6B1C1F55F6B}"/>
          </ac:picMkLst>
        </pc:picChg>
        <pc:picChg chg="add del mod">
          <ac:chgData name="택주 권" userId="ccd56deedaff4490" providerId="LiveId" clId="{6C8B6A69-2F54-4650-843C-32FD1FAF88B5}" dt="2026-10-01T16:48:01.864" v="1860" actId="478"/>
          <ac:picMkLst>
            <pc:docMk/>
            <pc:sldMk cId="2621688620" sldId="264"/>
            <ac:picMk id="18" creationId="{05870989-1EC9-6A67-261A-5774EC63052D}"/>
          </ac:picMkLst>
        </pc:picChg>
        <pc:picChg chg="add mod">
          <ac:chgData name="택주 권" userId="ccd56deedaff4490" providerId="LiveId" clId="{6C8B6A69-2F54-4650-843C-32FD1FAF88B5}" dt="2026-10-01T16:48:00.368" v="1859"/>
          <ac:picMkLst>
            <pc:docMk/>
            <pc:sldMk cId="2621688620" sldId="264"/>
            <ac:picMk id="19" creationId="{A8A3B26F-E4A2-0135-4DCF-7C39D31C4435}"/>
          </ac:picMkLst>
        </pc:picChg>
      </pc:sldChg>
      <pc:sldChg chg="new del">
        <pc:chgData name="택주 권" userId="ccd56deedaff4490" providerId="LiveId" clId="{6C8B6A69-2F54-4650-843C-32FD1FAF88B5}" dt="2026-10-02T02:21:20.437" v="2813" actId="680"/>
        <pc:sldMkLst>
          <pc:docMk/>
          <pc:sldMk cId="426238087" sldId="265"/>
        </pc:sldMkLst>
      </pc:sldChg>
      <pc:sldChg chg="add del">
        <pc:chgData name="택주 권" userId="ccd56deedaff4490" providerId="LiveId" clId="{6C8B6A69-2F54-4650-843C-32FD1FAF88B5}" dt="2026-10-01T17:04:44.745" v="1882" actId="47"/>
        <pc:sldMkLst>
          <pc:docMk/>
          <pc:sldMk cId="824764460" sldId="265"/>
        </pc:sldMkLst>
      </pc:sldChg>
      <pc:sldChg chg="addSp modSp add mod">
        <pc:chgData name="택주 권" userId="ccd56deedaff4490" providerId="LiveId" clId="{6C8B6A69-2F54-4650-843C-32FD1FAF88B5}" dt="2026-10-03T06:57:40.291" v="3812" actId="20577"/>
        <pc:sldMkLst>
          <pc:docMk/>
          <pc:sldMk cId="1195735357" sldId="265"/>
        </pc:sldMkLst>
        <pc:spChg chg="mod">
          <ac:chgData name="택주 권" userId="ccd56deedaff4490" providerId="LiveId" clId="{6C8B6A69-2F54-4650-843C-32FD1FAF88B5}" dt="2026-10-03T06:57:40.291" v="3812" actId="20577"/>
          <ac:spMkLst>
            <pc:docMk/>
            <pc:sldMk cId="1195735357" sldId="265"/>
            <ac:spMk id="3" creationId="{5852B724-E47B-9C14-9E1F-E5FE5A5B6B63}"/>
          </ac:spMkLst>
        </pc:spChg>
        <pc:picChg chg="add mod">
          <ac:chgData name="택주 권" userId="ccd56deedaff4490" providerId="LiveId" clId="{6C8B6A69-2F54-4650-843C-32FD1FAF88B5}" dt="2026-10-03T06:47:36.506" v="2870" actId="1076"/>
          <ac:picMkLst>
            <pc:docMk/>
            <pc:sldMk cId="1195735357" sldId="265"/>
            <ac:picMk id="5" creationId="{B3EF0560-BD18-224E-6D55-2198B4AF36B1}"/>
          </ac:picMkLst>
        </pc:picChg>
      </pc:sldChg>
      <pc:sldChg chg="add del">
        <pc:chgData name="택주 권" userId="ccd56deedaff4490" providerId="LiveId" clId="{6C8B6A69-2F54-4650-843C-32FD1FAF88B5}" dt="2026-10-03T06:47:50.713" v="2873" actId="47"/>
        <pc:sldMkLst>
          <pc:docMk/>
          <pc:sldMk cId="2868248155" sldId="266"/>
        </pc:sldMkLst>
      </pc:sldChg>
      <pc:sldChg chg="add del">
        <pc:chgData name="택주 권" userId="ccd56deedaff4490" providerId="LiveId" clId="{6C8B6A69-2F54-4650-843C-32FD1FAF88B5}" dt="2026-10-03T06:47:45.175" v="2871" actId="47"/>
        <pc:sldMkLst>
          <pc:docMk/>
          <pc:sldMk cId="1002408679" sldId="267"/>
        </pc:sldMkLst>
      </pc:sldChg>
      <pc:sldChg chg="add del">
        <pc:chgData name="택주 권" userId="ccd56deedaff4490" providerId="LiveId" clId="{6C8B6A69-2F54-4650-843C-32FD1FAF88B5}" dt="2026-10-03T06:47:49.038" v="2872" actId="47"/>
        <pc:sldMkLst>
          <pc:docMk/>
          <pc:sldMk cId="2525578482" sldId="268"/>
        </pc:sldMkLst>
      </pc:sldChg>
    </pc:docChg>
  </pc:docChgLst>
  <pc:docChgLst>
    <pc:chgData name="택주 권" userId="ccd56deedaff4490" providerId="LiveId" clId="{84135328-FAF5-4BDC-8680-EBC58F42D27C}"/>
    <pc:docChg chg="undo custSel addSld delSld modSld sldOrd">
      <pc:chgData name="택주 권" userId="ccd56deedaff4490" providerId="LiveId" clId="{84135328-FAF5-4BDC-8680-EBC58F42D27C}" dt="2026-10-06T15:41:36.481" v="6235" actId="1035"/>
      <pc:docMkLst>
        <pc:docMk/>
      </pc:docMkLst>
      <pc:sldChg chg="modSp mod">
        <pc:chgData name="택주 권" userId="ccd56deedaff4490" providerId="LiveId" clId="{84135328-FAF5-4BDC-8680-EBC58F42D27C}" dt="2026-10-05T12:31:50.459" v="1" actId="20577"/>
        <pc:sldMkLst>
          <pc:docMk/>
          <pc:sldMk cId="57943583" sldId="256"/>
        </pc:sldMkLst>
        <pc:spChg chg="mod">
          <ac:chgData name="택주 권" userId="ccd56deedaff4490" providerId="LiveId" clId="{84135328-FAF5-4BDC-8680-EBC58F42D27C}" dt="2026-10-05T12:31:50.459" v="1" actId="20577"/>
          <ac:spMkLst>
            <pc:docMk/>
            <pc:sldMk cId="57943583" sldId="256"/>
            <ac:spMk id="2" creationId="{C11F4409-80D8-A8D3-AD17-3A02DEA82643}"/>
          </ac:spMkLst>
        </pc:spChg>
      </pc:sldChg>
      <pc:sldChg chg="modSp mod">
        <pc:chgData name="택주 권" userId="ccd56deedaff4490" providerId="LiveId" clId="{84135328-FAF5-4BDC-8680-EBC58F42D27C}" dt="2026-10-05T14:16:17.565" v="48"/>
        <pc:sldMkLst>
          <pc:docMk/>
          <pc:sldMk cId="1637662937" sldId="257"/>
        </pc:sldMkLst>
        <pc:spChg chg="mod">
          <ac:chgData name="택주 권" userId="ccd56deedaff4490" providerId="LiveId" clId="{84135328-FAF5-4BDC-8680-EBC58F42D27C}" dt="2026-10-05T14:16:17.565" v="48"/>
          <ac:spMkLst>
            <pc:docMk/>
            <pc:sldMk cId="1637662937" sldId="257"/>
            <ac:spMk id="3" creationId="{21D6F030-CEE2-BB64-9323-60BFA127EEAD}"/>
          </ac:spMkLst>
        </pc:spChg>
      </pc:sldChg>
      <pc:sldChg chg="modSp mod">
        <pc:chgData name="택주 권" userId="ccd56deedaff4490" providerId="LiveId" clId="{84135328-FAF5-4BDC-8680-EBC58F42D27C}" dt="2026-10-05T17:08:48.793" v="1272" actId="20577"/>
        <pc:sldMkLst>
          <pc:docMk/>
          <pc:sldMk cId="3064923119" sldId="258"/>
        </pc:sldMkLst>
        <pc:spChg chg="mod">
          <ac:chgData name="택주 권" userId="ccd56deedaff4490" providerId="LiveId" clId="{84135328-FAF5-4BDC-8680-EBC58F42D27C}" dt="2026-10-05T17:08:48.793" v="1272" actId="20577"/>
          <ac:spMkLst>
            <pc:docMk/>
            <pc:sldMk cId="3064923119" sldId="258"/>
            <ac:spMk id="3" creationId="{BFC253FF-60EB-DEE0-16F2-A00B97586893}"/>
          </ac:spMkLst>
        </pc:spChg>
      </pc:sldChg>
      <pc:sldChg chg="addSp delSp modSp mod">
        <pc:chgData name="택주 권" userId="ccd56deedaff4490" providerId="LiveId" clId="{84135328-FAF5-4BDC-8680-EBC58F42D27C}" dt="2026-10-05T14:51:34.049" v="210" actId="12612"/>
        <pc:sldMkLst>
          <pc:docMk/>
          <pc:sldMk cId="2852760341" sldId="259"/>
        </pc:sldMkLst>
        <pc:spChg chg="mod">
          <ac:chgData name="택주 권" userId="ccd56deedaff4490" providerId="LiveId" clId="{84135328-FAF5-4BDC-8680-EBC58F42D27C}" dt="2026-10-05T14:17:47.552" v="96" actId="14100"/>
          <ac:spMkLst>
            <pc:docMk/>
            <pc:sldMk cId="2852760341" sldId="259"/>
            <ac:spMk id="3" creationId="{5852B724-E47B-9C14-9E1F-E5FE5A5B6B63}"/>
          </ac:spMkLst>
        </pc:spChg>
        <pc:spChg chg="del">
          <ac:chgData name="택주 권" userId="ccd56deedaff4490" providerId="LiveId" clId="{84135328-FAF5-4BDC-8680-EBC58F42D27C}" dt="2026-10-05T14:16:26.835" v="50" actId="478"/>
          <ac:spMkLst>
            <pc:docMk/>
            <pc:sldMk cId="2852760341" sldId="259"/>
            <ac:spMk id="6" creationId="{D906B765-A7EE-637B-4848-B8E18AF939CC}"/>
          </ac:spMkLst>
        </pc:spChg>
        <pc:graphicFrameChg chg="add mod modGraphic">
          <ac:chgData name="택주 권" userId="ccd56deedaff4490" providerId="LiveId" clId="{84135328-FAF5-4BDC-8680-EBC58F42D27C}" dt="2026-10-05T14:51:34.049" v="210" actId="12612"/>
          <ac:graphicFrameMkLst>
            <pc:docMk/>
            <pc:sldMk cId="2852760341" sldId="259"/>
            <ac:graphicFrameMk id="4" creationId="{E2914935-A38F-49A6-2C79-46070192F95B}"/>
          </ac:graphicFrameMkLst>
        </pc:graphicFrameChg>
        <pc:picChg chg="del">
          <ac:chgData name="택주 권" userId="ccd56deedaff4490" providerId="LiveId" clId="{84135328-FAF5-4BDC-8680-EBC58F42D27C}" dt="2026-10-05T14:16:24.535" v="49" actId="478"/>
          <ac:picMkLst>
            <pc:docMk/>
            <pc:sldMk cId="2852760341" sldId="259"/>
            <ac:picMk id="5" creationId="{9E598406-DF18-64EA-E10B-27E790E4EAAA}"/>
          </ac:picMkLst>
        </pc:picChg>
      </pc:sldChg>
      <pc:sldChg chg="modSp mod">
        <pc:chgData name="택주 권" userId="ccd56deedaff4490" providerId="LiveId" clId="{84135328-FAF5-4BDC-8680-EBC58F42D27C}" dt="2026-10-05T17:11:32.083" v="1846" actId="20577"/>
        <pc:sldMkLst>
          <pc:docMk/>
          <pc:sldMk cId="2170711995" sldId="260"/>
        </pc:sldMkLst>
        <pc:spChg chg="mod">
          <ac:chgData name="택주 권" userId="ccd56deedaff4490" providerId="LiveId" clId="{84135328-FAF5-4BDC-8680-EBC58F42D27C}" dt="2026-10-05T17:11:32.083" v="1846" actId="20577"/>
          <ac:spMkLst>
            <pc:docMk/>
            <pc:sldMk cId="2170711995" sldId="260"/>
            <ac:spMk id="3" creationId="{E7C4356A-B9C5-EDE9-1DDC-9DA3BC6B9B9A}"/>
          </ac:spMkLst>
        </pc:spChg>
      </pc:sldChg>
      <pc:sldChg chg="addSp modSp add mod ord">
        <pc:chgData name="택주 권" userId="ccd56deedaff4490" providerId="LiveId" clId="{84135328-FAF5-4BDC-8680-EBC58F42D27C}" dt="2026-10-06T15:41:36.481" v="6235" actId="1035"/>
        <pc:sldMkLst>
          <pc:docMk/>
          <pc:sldMk cId="490718205" sldId="261"/>
        </pc:sldMkLst>
        <pc:spChg chg="mod">
          <ac:chgData name="택주 권" userId="ccd56deedaff4490" providerId="LiveId" clId="{84135328-FAF5-4BDC-8680-EBC58F42D27C}" dt="2026-10-05T14:17:56.829" v="109" actId="20577"/>
          <ac:spMkLst>
            <pc:docMk/>
            <pc:sldMk cId="490718205" sldId="261"/>
            <ac:spMk id="3" creationId="{5852B724-E47B-9C14-9E1F-E5FE5A5B6B63}"/>
          </ac:spMkLst>
        </pc:spChg>
        <pc:spChg chg="add mod">
          <ac:chgData name="택주 권" userId="ccd56deedaff4490" providerId="LiveId" clId="{84135328-FAF5-4BDC-8680-EBC58F42D27C}" dt="2026-10-06T15:41:36.481" v="6235" actId="1035"/>
          <ac:spMkLst>
            <pc:docMk/>
            <pc:sldMk cId="490718205" sldId="261"/>
            <ac:spMk id="4" creationId="{742F8D02-3666-D697-123F-252D611E4339}"/>
          </ac:spMkLst>
        </pc:spChg>
      </pc:sldChg>
      <pc:sldChg chg="del">
        <pc:chgData name="택주 권" userId="ccd56deedaff4490" providerId="LiveId" clId="{84135328-FAF5-4BDC-8680-EBC58F42D27C}" dt="2026-10-05T14:17:16.279" v="51" actId="47"/>
        <pc:sldMkLst>
          <pc:docMk/>
          <pc:sldMk cId="2935767000" sldId="261"/>
        </pc:sldMkLst>
      </pc:sldChg>
      <pc:sldChg chg="del">
        <pc:chgData name="택주 권" userId="ccd56deedaff4490" providerId="LiveId" clId="{84135328-FAF5-4BDC-8680-EBC58F42D27C}" dt="2026-10-05T14:17:19.943" v="54" actId="47"/>
        <pc:sldMkLst>
          <pc:docMk/>
          <pc:sldMk cId="958500949" sldId="262"/>
        </pc:sldMkLst>
      </pc:sldChg>
      <pc:sldChg chg="addSp modSp add mod">
        <pc:chgData name="택주 권" userId="ccd56deedaff4490" providerId="LiveId" clId="{84135328-FAF5-4BDC-8680-EBC58F42D27C}" dt="2026-10-05T14:46:13.944" v="201" actId="404"/>
        <pc:sldMkLst>
          <pc:docMk/>
          <pc:sldMk cId="3977347988" sldId="262"/>
        </pc:sldMkLst>
        <pc:graphicFrameChg chg="add mod modGraphic">
          <ac:chgData name="택주 권" userId="ccd56deedaff4490" providerId="LiveId" clId="{84135328-FAF5-4BDC-8680-EBC58F42D27C}" dt="2026-10-05T14:46:13.944" v="201" actId="404"/>
          <ac:graphicFrameMkLst>
            <pc:docMk/>
            <pc:sldMk cId="3977347988" sldId="262"/>
            <ac:graphicFrameMk id="4" creationId="{4310EFC3-BCD6-55C4-321B-0E4B59F33698}"/>
          </ac:graphicFrameMkLst>
        </pc:graphicFrameChg>
      </pc:sldChg>
      <pc:sldChg chg="addSp modSp add mod">
        <pc:chgData name="택주 권" userId="ccd56deedaff4490" providerId="LiveId" clId="{84135328-FAF5-4BDC-8680-EBC58F42D27C}" dt="2026-10-06T15:33:50.794" v="5141" actId="20577"/>
        <pc:sldMkLst>
          <pc:docMk/>
          <pc:sldMk cId="445456064" sldId="263"/>
        </pc:sldMkLst>
        <pc:spChg chg="add mod">
          <ac:chgData name="택주 권" userId="ccd56deedaff4490" providerId="LiveId" clId="{84135328-FAF5-4BDC-8680-EBC58F42D27C}" dt="2026-10-06T15:33:50.794" v="5141" actId="20577"/>
          <ac:spMkLst>
            <pc:docMk/>
            <pc:sldMk cId="445456064" sldId="263"/>
            <ac:spMk id="4" creationId="{FD667B59-952B-A6C2-1647-BE025B36AA19}"/>
          </ac:spMkLst>
        </pc:spChg>
      </pc:sldChg>
      <pc:sldChg chg="del">
        <pc:chgData name="택주 권" userId="ccd56deedaff4490" providerId="LiveId" clId="{84135328-FAF5-4BDC-8680-EBC58F42D27C}" dt="2026-10-05T14:17:19.025" v="53" actId="47"/>
        <pc:sldMkLst>
          <pc:docMk/>
          <pc:sldMk cId="2976407003" sldId="263"/>
        </pc:sldMkLst>
      </pc:sldChg>
      <pc:sldChg chg="del">
        <pc:chgData name="택주 권" userId="ccd56deedaff4490" providerId="LiveId" clId="{84135328-FAF5-4BDC-8680-EBC58F42D27C}" dt="2026-10-05T14:17:18.017" v="52" actId="47"/>
        <pc:sldMkLst>
          <pc:docMk/>
          <pc:sldMk cId="2621688620" sldId="264"/>
        </pc:sldMkLst>
      </pc:sldChg>
      <pc:sldChg chg="del">
        <pc:chgData name="택주 권" userId="ccd56deedaff4490" providerId="LiveId" clId="{84135328-FAF5-4BDC-8680-EBC58F42D27C}" dt="2026-10-05T14:17:21.313" v="55" actId="47"/>
        <pc:sldMkLst>
          <pc:docMk/>
          <pc:sldMk cId="1195735357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D2B08-70AE-8977-567D-EC20807BE4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2430C4A-8D8A-6AD1-D359-ECA99E6AA3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9ECB-4DC3-29C8-43E1-8E83D026A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4AAFF9-B76B-8C32-4EB6-80F5C9EC3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7A7E1-5B2D-32F4-E44C-DDF220D45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B723CB-F996-BE06-6E7E-A5359440E5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811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86B02A-2DAE-E0AC-1067-26BAC7107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휴먼둥근헤드라인" panose="02030504000101010101" pitchFamily="18" charset="-127"/>
                <a:ea typeface="휴먼둥근헤드라인" panose="02030504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927338-E932-0362-8C62-13E754CB4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859E30-FEFE-01EE-15EC-67CB20296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BBD0FB-6DA8-C53E-DA1C-105D3837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A96275-0BE9-1CD9-FABC-8C6B6DD4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F6B0421-3812-7CF2-876A-F29E008B7E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30" y="6172244"/>
            <a:ext cx="3453391" cy="551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824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9D8228-0E49-7128-D7EC-7DA6A7B23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B58350-2E6A-B863-0651-E4EE81A05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3837D1-C14E-A3BF-FB43-02E96F3CE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558F2D-981C-CBB4-2CAF-E6D6BCEDD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3A9F0E9-AAF5-C054-5252-D299811CB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309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7A8D9-17AD-5DBC-4BBB-0B08DE962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7835F8-B251-924C-AADC-8121217FA4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2B0F5A-D9D2-EDD2-207C-3E967C14D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BEEDE8-6736-5674-ACB9-4A75B3D13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82F2DA-52BB-97ED-D8A1-D1B3A90BD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8778D5-8B2A-74BF-E1B5-BB5ABA007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37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6E4D2-F8E7-8FCC-95E9-22CFCF7AB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9911FE-DDE0-CBF8-1E73-16A301424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82B67FF-E13D-ADB0-F8B6-E1A19170E7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2C55E5-E626-0659-5C04-2D0A28611C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59D7508-ACD9-AE72-F3AB-DB3E90BBA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3AB0E9-77FE-8691-DB9D-26060BEE2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31382C1-C672-E61D-30B6-F30BD006C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BE4B152-12D1-3EB0-4498-03B6071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5737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B74AA-7B91-2057-7394-FE988A814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2A4007D-6C88-B9F5-8B59-5CFBF41A5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DE9C1D-F693-DBCB-E4A6-68837FA7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4D092C-42BE-B3F9-5F98-5BC6CCB77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981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D1DC483-98DA-88F8-7B23-199841BD6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BE06BC2-2EEC-6FF1-E07D-43F44AB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44585D-6E5E-F460-E403-D032EF117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713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C80EDC-D9D4-960F-7091-82FF32103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57F31F-F210-0744-0FA1-09B0E4345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3080F1-AD93-590C-A590-001DD6671B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6A8E22-9487-DA51-BEF7-FB8F5A1F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E39A020-CBC3-505E-CBDC-0409FC483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0FA3715-D674-377A-9BA8-67A9E12F5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00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58F12-29EB-F41C-1513-F524F08E8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82C441-865F-0E42-7D09-7860E3D043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577BFC-365E-42D7-2C8B-968687DDF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C5AEBAC-CC3B-3386-EAE3-2D818B08B6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AE3648-363D-4417-1EC7-65CB2C10D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EBECFD-49CA-B893-1A06-D69C640E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531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C2656-E625-99C2-F2E2-2FF254CAF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D782344-B9D8-2FEC-94CF-FF00FC316C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2C56C5-22AD-F430-50C2-A712C64FE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93C636-FA0A-BC4E-185D-6F3056A6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8F9C65-62AB-8FDC-98D6-0BA962F99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2492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BFF7DF2-6C50-3E4B-ECFC-5F9818CEDE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AE8128-8303-C88B-5CA9-B01D16904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6FE658-CE2C-7975-94B1-F3E15D04D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E22294-2DAB-575C-3476-26D38BC24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EF04C0-FE4E-F230-EEDF-297FAC575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628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FC171-9CBC-FDC4-EB59-F0596EA7D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25F3C3-56FB-6C04-EDE6-5BA619CB83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77CE51-75E5-6A01-116E-2CC1F2BE71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28FE92-352A-4F29-A53E-D4449191C064}" type="datetimeFigureOut">
              <a:rPr lang="ko-KR" altLang="en-US" smtClean="0"/>
              <a:t>2026-10-15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4CC3C8-1CA8-AEC6-0618-BDD6FC5AD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083776-1A58-B3CE-9766-4C5DD2F7E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F80142-AA6A-4817-A90F-91D890969B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505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1F4409-80D8-A8D3-AD17-3A02DEA826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ko-KR" sz="4400" b="1" dirty="0"/>
              <a:t>7. Temporal Difference Method</a:t>
            </a:r>
            <a:endParaRPr lang="ko-KR" altLang="en-US" sz="4400" b="1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A7C472A-6CCF-5C71-FC43-395DC3CD2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numCol="2">
            <a:normAutofit/>
          </a:bodyPr>
          <a:lstStyle/>
          <a:p>
            <a:pPr algn="l"/>
            <a:r>
              <a:rPr lang="ko-KR" altLang="en-US" sz="1400" b="1" dirty="0"/>
              <a:t>과목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강화학습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담당 교수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박태형</a:t>
            </a:r>
            <a:r>
              <a:rPr lang="ko-KR" altLang="en-US" sz="1400" dirty="0"/>
              <a:t> 교수님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학과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지능로봇공학과 </a:t>
            </a:r>
            <a:endParaRPr lang="en-US" altLang="ko-KR" sz="1400" dirty="0"/>
          </a:p>
          <a:p>
            <a:pPr algn="l"/>
            <a:r>
              <a:rPr lang="ko-KR" altLang="en-US" sz="1400" b="1" dirty="0"/>
              <a:t>학번</a:t>
            </a:r>
            <a:r>
              <a:rPr lang="ko-KR" altLang="en-US" sz="1400" dirty="0"/>
              <a:t> </a:t>
            </a:r>
            <a:r>
              <a:rPr lang="en-US" altLang="ko-KR" sz="1400" dirty="0"/>
              <a:t>: 2023042028 </a:t>
            </a:r>
          </a:p>
          <a:p>
            <a:pPr algn="l"/>
            <a:r>
              <a:rPr lang="ko-KR" altLang="en-US" sz="1400" b="1" dirty="0"/>
              <a:t>이름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권택주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794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9D9EA-0813-88A7-BA4D-27033C236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D6F030-CEE2-BB64-9323-60BFA127E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b="1" dirty="0"/>
              <a:t>과제 정의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Temporal Difference Method</a:t>
            </a:r>
          </a:p>
          <a:p>
            <a:pPr lvl="2"/>
            <a:r>
              <a:rPr lang="en-US" altLang="ko-KR" dirty="0"/>
              <a:t>SARSA</a:t>
            </a:r>
          </a:p>
          <a:p>
            <a:pPr lvl="2"/>
            <a:r>
              <a:rPr lang="en-US" altLang="ko-KR" dirty="0"/>
              <a:t>Q-Learning</a:t>
            </a:r>
          </a:p>
          <a:p>
            <a:pPr marL="0" indent="0">
              <a:buNone/>
            </a:pPr>
            <a:r>
              <a:rPr lang="ko-KR" altLang="en-US" sz="2400" b="1" dirty="0"/>
              <a:t>과제 풀이</a:t>
            </a:r>
            <a:endParaRPr lang="en-US" altLang="ko-KR" sz="2400" b="1" dirty="0"/>
          </a:p>
          <a:p>
            <a:pPr lvl="1"/>
            <a:r>
              <a:rPr lang="en-US" altLang="ko-KR" sz="2000" dirty="0"/>
              <a:t>Temporal Difference Method</a:t>
            </a:r>
          </a:p>
          <a:p>
            <a:pPr lvl="2"/>
            <a:r>
              <a:rPr lang="en-US" altLang="ko-KR" dirty="0"/>
              <a:t>SARSA</a:t>
            </a:r>
          </a:p>
          <a:p>
            <a:pPr lvl="2"/>
            <a:r>
              <a:rPr lang="en-US" altLang="ko-KR" dirty="0"/>
              <a:t>Q-Learning</a:t>
            </a:r>
          </a:p>
          <a:p>
            <a:pPr marL="0" indent="0">
              <a:buNone/>
            </a:pPr>
            <a:r>
              <a:rPr lang="ko-KR" altLang="en-US" sz="2400" b="1" dirty="0"/>
              <a:t>과제 결과</a:t>
            </a:r>
          </a:p>
        </p:txBody>
      </p:sp>
    </p:spTree>
    <p:extLst>
      <p:ext uri="{BB962C8B-B14F-4D97-AF65-F5344CB8AC3E}">
        <p14:creationId xmlns:p14="http://schemas.microsoft.com/office/powerpoint/2010/main" val="16376629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727BBC-72BE-06DC-75C8-8FAC63FEC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정의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FC253FF-60EB-DEE0-16F2-A00B975868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5383"/>
                <a:ext cx="10515600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altLang="ko-KR" b="1" dirty="0"/>
                  <a:t>Temporal Difference Method</a:t>
                </a:r>
              </a:p>
              <a:p>
                <a:pPr lvl="1"/>
                <a:r>
                  <a:rPr lang="ko-KR" altLang="en-US" sz="2000" dirty="0"/>
                  <a:t>환경에 대한 사전 정보 없이 직접 경험을 통해 학습하는 </a:t>
                </a:r>
                <a:r>
                  <a:rPr lang="en-US" altLang="ko-KR" sz="2000" dirty="0"/>
                  <a:t>Model Free </a:t>
                </a:r>
                <a:r>
                  <a:rPr lang="ko-KR" altLang="en-US" sz="2000" dirty="0"/>
                  <a:t>방식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에피소드가 끝낼 때 까지 기다리지 않고 매 </a:t>
                </a:r>
                <a:r>
                  <a:rPr lang="en-US" altLang="ko-KR" sz="2000" dirty="0"/>
                  <a:t>Time Step </a:t>
                </a:r>
                <a:r>
                  <a:rPr lang="ko-KR" altLang="en-US" sz="2000" dirty="0"/>
                  <a:t>마다 가치 함수를 업데이트 하는 </a:t>
                </a:r>
                <a:r>
                  <a:rPr lang="en-US" altLang="ko-KR" sz="2000" dirty="0"/>
                  <a:t>Bootstrap </a:t>
                </a:r>
                <a:r>
                  <a:rPr lang="ko-KR" altLang="en-US" sz="2000" dirty="0"/>
                  <a:t>방식을 결합</a:t>
                </a:r>
                <a:endParaRPr lang="en-US" altLang="ko-KR" sz="2000" dirty="0"/>
              </a:p>
              <a:p>
                <a:r>
                  <a:rPr lang="en-US" altLang="ko-KR" b="1" dirty="0"/>
                  <a:t>SARAS</a:t>
                </a:r>
              </a:p>
              <a:p>
                <a:pPr lvl="1"/>
                <a:r>
                  <a:rPr lang="en-US" altLang="ko-KR" sz="2000" dirty="0"/>
                  <a:t>On Policy </a:t>
                </a:r>
                <a:r>
                  <a:rPr lang="ko-KR" altLang="en-US" sz="2000" dirty="0"/>
                  <a:t>정책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현재 정책에 따라 실제로 선택할 다음 행동을 고려해 가치 함수를 업데이트</a:t>
                </a:r>
                <a:r>
                  <a:rPr lang="en-US" altLang="ko-KR" sz="2000" dirty="0"/>
                  <a:t>.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)−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altLang="ko-KR" sz="2000" dirty="0"/>
              </a:p>
              <a:p>
                <a:r>
                  <a:rPr lang="en-US" altLang="ko-KR" b="1" dirty="0"/>
                  <a:t>Q-Learning</a:t>
                </a:r>
              </a:p>
              <a:p>
                <a:pPr lvl="1"/>
                <a:r>
                  <a:rPr lang="en-US" altLang="ko-KR" sz="2000" dirty="0"/>
                  <a:t>Off Policy </a:t>
                </a:r>
                <a:r>
                  <a:rPr lang="ko-KR" altLang="en-US" sz="2000" dirty="0"/>
                  <a:t>정책</a:t>
                </a:r>
                <a:r>
                  <a:rPr lang="en-US" altLang="ko-KR" sz="2000" dirty="0"/>
                  <a:t>. </a:t>
                </a:r>
                <a:r>
                  <a:rPr lang="ko-KR" altLang="en-US" sz="2000" dirty="0"/>
                  <a:t>실제 다음 행동과 무관하게</a:t>
                </a:r>
                <a:r>
                  <a:rPr lang="en-US" altLang="ko-KR" sz="2000" dirty="0"/>
                  <a:t>, </a:t>
                </a:r>
                <a:r>
                  <a:rPr lang="ko-KR" altLang="en-US" sz="2000" dirty="0"/>
                  <a:t>다음 상태에서 가능한 모든 행동 중 가장 높은 가치를 갖는 행동을 무조건 선택한다 가정하고 업데이트</a:t>
                </a:r>
                <a:endParaRPr lang="en-US" altLang="ko-KR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𝛼</m:t>
                    </m:r>
                    <m:d>
                      <m:dPr>
                        <m:begChr m:val="{"/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 (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ko-K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func>
                      </m:e>
                    </m:d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sz="2000" b="0" i="1" smtClean="0">
                        <a:latin typeface="Cambria Math" panose="02040503050406030204" pitchFamily="18" charset="0"/>
                      </a:rPr>
                      <m:t>)}</m:t>
                    </m:r>
                  </m:oMath>
                </a14:m>
                <a:endParaRPr lang="en-US" altLang="ko-KR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FC253FF-60EB-DEE0-16F2-A00B975868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5383"/>
                <a:ext cx="10515600" cy="4351338"/>
              </a:xfrm>
              <a:blipFill>
                <a:blip r:embed="rId2"/>
                <a:stretch>
                  <a:fillRect l="-1217" t="-35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4923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05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</a:t>
            </a:r>
            <a:r>
              <a:rPr lang="ko-KR" altLang="en-US" b="1" dirty="0"/>
              <a:t> </a:t>
            </a:r>
            <a:r>
              <a:rPr lang="en-US" altLang="ko-KR" b="1" dirty="0"/>
              <a:t>Difference</a:t>
            </a:r>
            <a:r>
              <a:rPr lang="ko-KR" altLang="en-US" b="1" dirty="0"/>
              <a:t> </a:t>
            </a:r>
            <a:r>
              <a:rPr lang="en-US" altLang="ko-KR" b="1" dirty="0"/>
              <a:t>Method – SARSA</a:t>
            </a:r>
          </a:p>
          <a:p>
            <a:pPr marL="0" indent="0">
              <a:buNone/>
            </a:pPr>
            <a:r>
              <a:rPr lang="ko-KR" altLang="en-US" sz="1400" b="0" dirty="0">
                <a:latin typeface="맑은 고딕"/>
              </a:rPr>
              <a:t>기준 실험 </a:t>
            </a:r>
            <a:r>
              <a:rPr lang="el-GR" altLang="ko-KR" sz="1400" b="0" dirty="0">
                <a:latin typeface="맑은 고딕"/>
              </a:rPr>
              <a:t>α=0.8  ·  ε=0.1  ·  γ=0.9  ·  10,000 </a:t>
            </a:r>
            <a:r>
              <a:rPr lang="en-US" altLang="ko-KR" sz="1400" b="0" dirty="0">
                <a:latin typeface="맑은 고딕"/>
              </a:rPr>
              <a:t>episodes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0F690BE-749A-F6D0-38C3-B0662AA4D8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242460"/>
              </p:ext>
            </p:extLst>
          </p:nvPr>
        </p:nvGraphicFramePr>
        <p:xfrm>
          <a:off x="744279" y="2789468"/>
          <a:ext cx="10703442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1721">
                  <a:extLst>
                    <a:ext uri="{9D8B030D-6E8A-4147-A177-3AD203B41FA5}">
                      <a16:colId xmlns:a16="http://schemas.microsoft.com/office/drawing/2014/main" val="4045138800"/>
                    </a:ext>
                  </a:extLst>
                </a:gridCol>
                <a:gridCol w="5351721">
                  <a:extLst>
                    <a:ext uri="{9D8B030D-6E8A-4147-A177-3AD203B41FA5}">
                      <a16:colId xmlns:a16="http://schemas.microsoft.com/office/drawing/2014/main" val="877522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Q-Value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Greedy Policy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93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922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1F7B0CA-832B-E3DC-9A00-9010A5A88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085" y="3072964"/>
            <a:ext cx="4100340" cy="299172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357C024-1E62-53BB-785A-7C4AD7CFB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2" y="3103308"/>
            <a:ext cx="3875820" cy="29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60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936665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</a:t>
            </a:r>
            <a:r>
              <a:rPr lang="ko-KR" altLang="en-US" b="1" dirty="0"/>
              <a:t> </a:t>
            </a:r>
            <a:r>
              <a:rPr lang="en-US" altLang="ko-KR" b="1" dirty="0"/>
              <a:t>Difference</a:t>
            </a:r>
            <a:r>
              <a:rPr lang="ko-KR" altLang="en-US" b="1" dirty="0"/>
              <a:t> </a:t>
            </a:r>
            <a:r>
              <a:rPr lang="en-US" altLang="ko-KR" b="1" dirty="0"/>
              <a:t>Method – SARSA | </a:t>
            </a:r>
            <a:r>
              <a:rPr lang="ko-KR" altLang="en-US" b="1" dirty="0"/>
              <a:t>학습 곡선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10,000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회 학습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·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보상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/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스텝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/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종료 성공률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· 100-episode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이동평균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EA6CDA-C911-EE26-219F-01DE458587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223" y="2615753"/>
            <a:ext cx="10391554" cy="2771082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4D28236-6767-233F-25C0-5463903E9D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9361873"/>
              </p:ext>
            </p:extLst>
          </p:nvPr>
        </p:nvGraphicFramePr>
        <p:xfrm>
          <a:off x="1259955" y="5443752"/>
          <a:ext cx="10093845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4615">
                  <a:extLst>
                    <a:ext uri="{9D8B030D-6E8A-4147-A177-3AD203B41FA5}">
                      <a16:colId xmlns:a16="http://schemas.microsoft.com/office/drawing/2014/main" val="2869937718"/>
                    </a:ext>
                  </a:extLst>
                </a:gridCol>
                <a:gridCol w="3364615">
                  <a:extLst>
                    <a:ext uri="{9D8B030D-6E8A-4147-A177-3AD203B41FA5}">
                      <a16:colId xmlns:a16="http://schemas.microsoft.com/office/drawing/2014/main" val="3799848100"/>
                    </a:ext>
                  </a:extLst>
                </a:gridCol>
                <a:gridCol w="3364615">
                  <a:extLst>
                    <a:ext uri="{9D8B030D-6E8A-4147-A177-3AD203B41FA5}">
                      <a16:colId xmlns:a16="http://schemas.microsoft.com/office/drawing/2014/main" val="2848995611"/>
                    </a:ext>
                  </a:extLst>
                </a:gridCol>
              </a:tblGrid>
              <a:tr h="264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 평균보상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 평균 </a:t>
                      </a:r>
                      <a:r>
                        <a:rPr lang="en-US" altLang="ko-KR" sz="1400" b="0" dirty="0"/>
                        <a:t>Step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ko-KR" altLang="en-US" sz="1400" b="0" dirty="0"/>
                        <a:t>종료 성공률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29619"/>
                  </a:ext>
                </a:extLst>
              </a:tr>
              <a:tr h="317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0.358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16.11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98%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20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0711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044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SARSA | Alpha, Epsilon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AFE07DB-898A-46BD-127F-8AA150AFD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944123"/>
              </p:ext>
            </p:extLst>
          </p:nvPr>
        </p:nvGraphicFramePr>
        <p:xfrm>
          <a:off x="765543" y="2420875"/>
          <a:ext cx="10660914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3638">
                  <a:extLst>
                    <a:ext uri="{9D8B030D-6E8A-4147-A177-3AD203B41FA5}">
                      <a16:colId xmlns:a16="http://schemas.microsoft.com/office/drawing/2014/main" val="1865542858"/>
                    </a:ext>
                  </a:extLst>
                </a:gridCol>
                <a:gridCol w="3553638">
                  <a:extLst>
                    <a:ext uri="{9D8B030D-6E8A-4147-A177-3AD203B41FA5}">
                      <a16:colId xmlns:a16="http://schemas.microsoft.com/office/drawing/2014/main" val="3464385553"/>
                    </a:ext>
                  </a:extLst>
                </a:gridCol>
                <a:gridCol w="3553638">
                  <a:extLst>
                    <a:ext uri="{9D8B030D-6E8A-4147-A177-3AD203B41FA5}">
                      <a16:colId xmlns:a16="http://schemas.microsoft.com/office/drawing/2014/main" val="197404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파라미터별 학습 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Greedy </a:t>
                      </a:r>
                      <a:r>
                        <a:rPr lang="ko-KR" altLang="en-US" b="1" dirty="0"/>
                        <a:t>평가 </a:t>
                      </a:r>
                      <a:r>
                        <a:rPr lang="ko-KR" altLang="en-US" b="1" dirty="0" err="1"/>
                        <a:t>히트맵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03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9836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AD8F004C-727C-26CA-8208-FC4CD418F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43" y="2791715"/>
            <a:ext cx="6478774" cy="235591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EAA50DE-645A-0CC7-F442-4B5100114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6974" y="2863316"/>
            <a:ext cx="3664759" cy="2355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510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60442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SARSA | Alpha, Epsilon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72E5F3-15D7-ED72-35BC-2B09031FD665}"/>
              </a:ext>
            </a:extLst>
          </p:cNvPr>
          <p:cNvSpPr txBox="1"/>
          <p:nvPr/>
        </p:nvSpPr>
        <p:spPr>
          <a:xfrm>
            <a:off x="838200" y="2278203"/>
            <a:ext cx="9930632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Alpha </a:t>
            </a:r>
            <a:r>
              <a:rPr lang="ko-KR" altLang="en-US" b="1" dirty="0"/>
              <a:t>변화에 따른 학습 보상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0.1:</a:t>
            </a:r>
            <a:r>
              <a:rPr lang="ko-KR" altLang="en-US" sz="1400" dirty="0"/>
              <a:t> 가장 높은 평균 보상 </a:t>
            </a:r>
            <a:r>
              <a:rPr lang="en-US" altLang="ko-KR" sz="1400" dirty="0"/>
              <a:t>0.405 </a:t>
            </a:r>
            <a:r>
              <a:rPr lang="ko-KR" altLang="en-US" sz="1400" dirty="0"/>
              <a:t>기록</a:t>
            </a:r>
            <a:r>
              <a:rPr lang="en-US" altLang="ko-KR" sz="1400" dirty="0"/>
              <a:t>. TD </a:t>
            </a:r>
            <a:r>
              <a:rPr lang="ko-KR" altLang="en-US" sz="1400" dirty="0"/>
              <a:t>오차를 작게 반영하여 </a:t>
            </a:r>
            <a:r>
              <a:rPr lang="en-US" altLang="ko-KR" sz="1400" dirty="0"/>
              <a:t>Q-Value</a:t>
            </a:r>
            <a:r>
              <a:rPr lang="ko-KR" altLang="en-US" sz="1400" dirty="0"/>
              <a:t>가 점진적으로 갱신됨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0.3: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0.394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 err="1"/>
              <a:t>학습률</a:t>
            </a:r>
            <a:r>
              <a:rPr lang="ko-KR" altLang="en-US" sz="1400" dirty="0"/>
              <a:t> 증가에 따라 새로운 경험의 반영 비율이 높아짐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0.8: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0.304</a:t>
            </a:r>
            <a:r>
              <a:rPr lang="ko-KR" altLang="en-US" sz="1400" dirty="0"/>
              <a:t>로 감소</a:t>
            </a:r>
            <a:r>
              <a:rPr lang="en-US" altLang="ko-KR" sz="1400" dirty="0"/>
              <a:t>. </a:t>
            </a:r>
            <a:r>
              <a:rPr lang="ko-KR" altLang="en-US" sz="1400" dirty="0"/>
              <a:t>높은 </a:t>
            </a:r>
            <a:r>
              <a:rPr lang="ko-KR" altLang="en-US" sz="1400" dirty="0" err="1"/>
              <a:t>학습률로</a:t>
            </a:r>
            <a:r>
              <a:rPr lang="ko-KR" altLang="en-US" sz="1400" dirty="0"/>
              <a:t> 인해 </a:t>
            </a:r>
            <a:r>
              <a:rPr lang="en-US" altLang="ko-KR" sz="1400" dirty="0"/>
              <a:t>Q-Value </a:t>
            </a:r>
            <a:r>
              <a:rPr lang="ko-KR" altLang="en-US" sz="1400" dirty="0"/>
              <a:t>변동성이 증가하고 실험 간 편차가 커짐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 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Alpha </a:t>
            </a:r>
            <a:r>
              <a:rPr lang="ko-KR" altLang="en-US" sz="1400" dirty="0"/>
              <a:t>증가에 따라 평균 보상이 감소하는 경향을 확인</a:t>
            </a:r>
            <a:r>
              <a:rPr lang="en-US" altLang="ko-KR" sz="1400" dirty="0"/>
              <a:t>. </a:t>
            </a:r>
            <a:r>
              <a:rPr lang="ko-KR" altLang="en-US" sz="1400" dirty="0"/>
              <a:t>탐색 행동까지 학습에 반영하는 </a:t>
            </a:r>
            <a:r>
              <a:rPr lang="en-US" altLang="ko-KR" sz="1400" dirty="0"/>
              <a:t>On-Policy </a:t>
            </a:r>
            <a:r>
              <a:rPr lang="ko-KR" altLang="en-US" sz="1400" dirty="0"/>
              <a:t>특성과 관련됨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b="1" dirty="0"/>
              <a:t>Epsilon </a:t>
            </a:r>
            <a:r>
              <a:rPr lang="ko-KR" altLang="en-US" b="1" dirty="0"/>
              <a:t>변화에 따른 학습 보상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Epsilon 0.01: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0.384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탐색 행동이 적어 높은 보상을 유지하지만 실험 간 편차가 크게 나타남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Epsilon 0.1~0.3: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0.304 → 0.125 </a:t>
            </a:r>
            <a:r>
              <a:rPr lang="ko-KR" altLang="en-US" sz="1400" dirty="0"/>
              <a:t>감소</a:t>
            </a:r>
            <a:r>
              <a:rPr lang="en-US" altLang="ko-KR" sz="1400" dirty="0"/>
              <a:t>. </a:t>
            </a:r>
            <a:r>
              <a:rPr lang="ko-KR" altLang="en-US" sz="1400" dirty="0"/>
              <a:t>탐색 확률 증가로 </a:t>
            </a:r>
            <a:r>
              <a:rPr lang="ko-KR" altLang="en-US" sz="1400" dirty="0" err="1"/>
              <a:t>비최적</a:t>
            </a:r>
            <a:r>
              <a:rPr lang="ko-KR" altLang="en-US" sz="1400" dirty="0"/>
              <a:t> 행동 및 우회 이동 발생 가능성 증가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Epsilon 0.5: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0.021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잦은 탐색으로 이동 효율이 감소함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 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Epsilon </a:t>
            </a:r>
            <a:r>
              <a:rPr lang="ko-KR" altLang="en-US" sz="1400" dirty="0"/>
              <a:t>증가에 따라 학습 중 보상이 감소하며</a:t>
            </a:r>
            <a:r>
              <a:rPr lang="en-US" altLang="ko-KR" sz="1400" dirty="0"/>
              <a:t>, SARSA</a:t>
            </a:r>
            <a:r>
              <a:rPr lang="ko-KR" altLang="en-US" sz="1400" dirty="0"/>
              <a:t>는 실제 선택한 다음 행동을 </a:t>
            </a:r>
            <a:r>
              <a:rPr lang="en-US" altLang="ko-KR" sz="1400" dirty="0"/>
              <a:t>TD Target</a:t>
            </a:r>
            <a:r>
              <a:rPr lang="ko-KR" altLang="en-US" sz="1400" dirty="0"/>
              <a:t>에 반영함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b="1" dirty="0"/>
              <a:t>Alpha-Epsilon Greedy </a:t>
            </a:r>
            <a:r>
              <a:rPr lang="ko-KR" altLang="en-US" b="1" dirty="0"/>
              <a:t>평가 </a:t>
            </a:r>
            <a:r>
              <a:rPr lang="ko-KR" altLang="en-US" b="1" dirty="0" err="1"/>
              <a:t>히트맵</a:t>
            </a:r>
            <a:endParaRPr lang="en-US" altLang="ko-KR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0.1:</a:t>
            </a:r>
            <a:r>
              <a:rPr lang="ko-KR" altLang="en-US" sz="1400" dirty="0"/>
              <a:t> 모든 </a:t>
            </a:r>
            <a:r>
              <a:rPr lang="en-US" altLang="ko-KR" sz="1400" dirty="0"/>
              <a:t>Epsilon </a:t>
            </a:r>
            <a:r>
              <a:rPr lang="ko-KR" altLang="en-US" sz="1400" dirty="0"/>
              <a:t>조건에서 평가 보상 </a:t>
            </a:r>
            <a:r>
              <a:rPr lang="en-US" altLang="ko-KR" sz="1400" dirty="0"/>
              <a:t>0.478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안정적인 최종 정책 형성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0.3:</a:t>
            </a:r>
            <a:r>
              <a:rPr lang="ko-KR" altLang="en-US" sz="1400" dirty="0"/>
              <a:t> 일부 조합에서 평가 보상 </a:t>
            </a:r>
            <a:r>
              <a:rPr lang="en-US" altLang="ko-KR" sz="1400" dirty="0"/>
              <a:t>0.383~0.460</a:t>
            </a:r>
            <a:r>
              <a:rPr lang="ko-KR" altLang="en-US" sz="1400" dirty="0"/>
              <a:t>으로 감소</a:t>
            </a:r>
            <a:r>
              <a:rPr lang="en-US" altLang="ko-KR" sz="1400" dirty="0"/>
              <a:t>. </a:t>
            </a:r>
            <a:r>
              <a:rPr lang="ko-KR" altLang="en-US" sz="1400" dirty="0"/>
              <a:t>파라미터에 따른 정책 성능 차이 발생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 Alpha 0.8:</a:t>
            </a:r>
            <a:r>
              <a:rPr lang="ko-KR" altLang="en-US" sz="1400" dirty="0"/>
              <a:t> </a:t>
            </a:r>
            <a:r>
              <a:rPr lang="en-US" altLang="ko-KR" sz="1400" dirty="0"/>
              <a:t>Epsilon 0.5</a:t>
            </a:r>
            <a:r>
              <a:rPr lang="ko-KR" altLang="en-US" sz="1400" dirty="0"/>
              <a:t>에서 평가 보상 </a:t>
            </a:r>
            <a:r>
              <a:rPr lang="en-US" altLang="ko-KR" sz="1400" dirty="0"/>
              <a:t>0.096, </a:t>
            </a:r>
            <a:r>
              <a:rPr lang="ko-KR" altLang="en-US" sz="1400" dirty="0"/>
              <a:t>목표 도달 성공률 </a:t>
            </a:r>
            <a:r>
              <a:rPr lang="en-US" altLang="ko-KR" sz="1400" dirty="0"/>
              <a:t>20% </a:t>
            </a:r>
            <a:r>
              <a:rPr lang="ko-KR" altLang="en-US" sz="1400" dirty="0"/>
              <a:t>기록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 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높은 </a:t>
            </a:r>
            <a:r>
              <a:rPr lang="en-US" altLang="ko-KR" sz="1400" dirty="0"/>
              <a:t>Alpha </a:t>
            </a:r>
            <a:r>
              <a:rPr lang="ko-KR" altLang="en-US" sz="1400" dirty="0"/>
              <a:t>조건에서 최종 정책의 성능 저하와 실험 간 편차가 확인됨</a:t>
            </a:r>
            <a:r>
              <a:rPr lang="en-US" altLang="ko-KR" sz="1400" dirty="0"/>
              <a:t>.</a:t>
            </a:r>
            <a:r>
              <a:rPr lang="en-US" altLang="ko-KR" b="1" dirty="0"/>
              <a:t>	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255352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0956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</a:t>
            </a:r>
          </a:p>
          <a:p>
            <a:pPr marL="0" indent="0">
              <a:buNone/>
            </a:pPr>
            <a:r>
              <a:rPr lang="ko-KR" altLang="en-US" sz="1400" b="0" dirty="0">
                <a:latin typeface="맑은 고딕"/>
              </a:rPr>
              <a:t>기준 실험 </a:t>
            </a:r>
            <a:r>
              <a:rPr lang="el-GR" altLang="ko-KR" sz="1400" b="0" dirty="0">
                <a:latin typeface="맑은 고딕"/>
              </a:rPr>
              <a:t>α=0.8  ·  ε=0.1  ·  γ=0.9  ·  10,000 </a:t>
            </a:r>
            <a:r>
              <a:rPr lang="en-US" altLang="ko-KR" sz="1400" b="0" dirty="0">
                <a:latin typeface="맑은 고딕"/>
              </a:rPr>
              <a:t>episodes</a:t>
            </a:r>
          </a:p>
          <a:p>
            <a:pPr marL="0" indent="0">
              <a:buNone/>
            </a:pPr>
            <a:endParaRPr lang="ko-KR" altLang="en-US" sz="1400" b="1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BA7E514-D5FF-FAC0-CB5E-B454970C12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796853"/>
              </p:ext>
            </p:extLst>
          </p:nvPr>
        </p:nvGraphicFramePr>
        <p:xfrm>
          <a:off x="744279" y="2789468"/>
          <a:ext cx="10703442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51721">
                  <a:extLst>
                    <a:ext uri="{9D8B030D-6E8A-4147-A177-3AD203B41FA5}">
                      <a16:colId xmlns:a16="http://schemas.microsoft.com/office/drawing/2014/main" val="4045138800"/>
                    </a:ext>
                  </a:extLst>
                </a:gridCol>
                <a:gridCol w="5351721">
                  <a:extLst>
                    <a:ext uri="{9D8B030D-6E8A-4147-A177-3AD203B41FA5}">
                      <a16:colId xmlns:a16="http://schemas.microsoft.com/office/drawing/2014/main" val="877522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Q-Value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/>
                        <a:t>Greedy Policy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9930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399227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FE25693-67B8-9D8C-A9D4-CC3AB3EECD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051" y="3145065"/>
            <a:ext cx="4155394" cy="303189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28FFEE2-2258-B98E-4EFE-782A32409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4374" y="3174893"/>
            <a:ext cx="3966772" cy="299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47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773093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 | </a:t>
            </a:r>
            <a:r>
              <a:rPr lang="ko-KR" altLang="en-US" b="1" dirty="0"/>
              <a:t>학습 곡선</a:t>
            </a:r>
            <a:endParaRPr lang="en-US" altLang="ko-KR" b="1" dirty="0"/>
          </a:p>
          <a:p>
            <a:pPr marL="0" indent="0">
              <a:buNone/>
            </a:pP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10,000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회 학습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·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보상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/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스텝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/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종료 성공률 </a:t>
            </a:r>
            <a:r>
              <a:rPr lang="en-US" altLang="ko-KR" sz="1400" b="0" dirty="0">
                <a:solidFill>
                  <a:srgbClr val="76808A"/>
                </a:solidFill>
                <a:latin typeface="맑은 고딕"/>
              </a:rPr>
              <a:t>· 100-episode </a:t>
            </a:r>
            <a:r>
              <a:rPr lang="ko-KR" altLang="en-US" sz="1400" b="0" dirty="0">
                <a:solidFill>
                  <a:srgbClr val="76808A"/>
                </a:solidFill>
                <a:latin typeface="맑은 고딕"/>
              </a:rPr>
              <a:t>이동평균</a:t>
            </a:r>
          </a:p>
          <a:p>
            <a:pPr marL="0" indent="0">
              <a:buNone/>
            </a:pP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841EDE3-038E-A037-21E1-EC0B9DD8D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014" y="2627061"/>
            <a:ext cx="10745972" cy="2865592"/>
          </a:xfrm>
          <a:prstGeom prst="rect">
            <a:avLst/>
          </a:prstGeom>
        </p:spPr>
      </p:pic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B3B7DC5-7641-16D0-C891-C3E16AF6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8693735"/>
              </p:ext>
            </p:extLst>
          </p:nvPr>
        </p:nvGraphicFramePr>
        <p:xfrm>
          <a:off x="1259955" y="5557158"/>
          <a:ext cx="10093845" cy="670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4615">
                  <a:extLst>
                    <a:ext uri="{9D8B030D-6E8A-4147-A177-3AD203B41FA5}">
                      <a16:colId xmlns:a16="http://schemas.microsoft.com/office/drawing/2014/main" val="2869937718"/>
                    </a:ext>
                  </a:extLst>
                </a:gridCol>
                <a:gridCol w="3364615">
                  <a:extLst>
                    <a:ext uri="{9D8B030D-6E8A-4147-A177-3AD203B41FA5}">
                      <a16:colId xmlns:a16="http://schemas.microsoft.com/office/drawing/2014/main" val="3799848100"/>
                    </a:ext>
                  </a:extLst>
                </a:gridCol>
                <a:gridCol w="3364615">
                  <a:extLst>
                    <a:ext uri="{9D8B030D-6E8A-4147-A177-3AD203B41FA5}">
                      <a16:colId xmlns:a16="http://schemas.microsoft.com/office/drawing/2014/main" val="2848995611"/>
                    </a:ext>
                  </a:extLst>
                </a:gridCol>
              </a:tblGrid>
              <a:tr h="2642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 평균보상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 평균 </a:t>
                      </a:r>
                      <a:r>
                        <a:rPr lang="en-US" altLang="ko-KR" sz="1400" b="0" dirty="0"/>
                        <a:t>Step</a:t>
                      </a:r>
                      <a:endParaRPr lang="ko-KR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/>
                        <a:t>마지막 </a:t>
                      </a:r>
                      <a:r>
                        <a:rPr lang="en-US" altLang="ko-KR" sz="1400" b="0" dirty="0"/>
                        <a:t>100</a:t>
                      </a:r>
                      <a:r>
                        <a:rPr lang="ko-KR" altLang="en-US" sz="1400" b="0" dirty="0"/>
                        <a:t>회</a:t>
                      </a:r>
                      <a:r>
                        <a:rPr lang="en-US" altLang="ko-KR" sz="1400" b="0" dirty="0"/>
                        <a:t> </a:t>
                      </a:r>
                      <a:r>
                        <a:rPr lang="ko-KR" altLang="en-US" sz="1400" b="0" dirty="0"/>
                        <a:t>종료 성공률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3329619"/>
                  </a:ext>
                </a:extLst>
              </a:tr>
              <a:tr h="317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0.407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9.02</a:t>
                      </a:r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100%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209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8267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355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 | Alpha, Epsilon</a:t>
            </a:r>
            <a:endParaRPr lang="ko-KR" altLang="en-US" b="1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3CA9959-569B-B35A-6B5C-70FAFDB10DCA}"/>
              </a:ext>
            </a:extLst>
          </p:cNvPr>
          <p:cNvGraphicFramePr>
            <a:graphicFrameLocks noGrp="1"/>
          </p:cNvGraphicFramePr>
          <p:nvPr/>
        </p:nvGraphicFramePr>
        <p:xfrm>
          <a:off x="765543" y="2420875"/>
          <a:ext cx="10660914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53638">
                  <a:extLst>
                    <a:ext uri="{9D8B030D-6E8A-4147-A177-3AD203B41FA5}">
                      <a16:colId xmlns:a16="http://schemas.microsoft.com/office/drawing/2014/main" val="1865542858"/>
                    </a:ext>
                  </a:extLst>
                </a:gridCol>
                <a:gridCol w="3553638">
                  <a:extLst>
                    <a:ext uri="{9D8B030D-6E8A-4147-A177-3AD203B41FA5}">
                      <a16:colId xmlns:a16="http://schemas.microsoft.com/office/drawing/2014/main" val="3464385553"/>
                    </a:ext>
                  </a:extLst>
                </a:gridCol>
                <a:gridCol w="3553638">
                  <a:extLst>
                    <a:ext uri="{9D8B030D-6E8A-4147-A177-3AD203B41FA5}">
                      <a16:colId xmlns:a16="http://schemas.microsoft.com/office/drawing/2014/main" val="19740423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/>
                        <a:t>파라미터별 학습 보상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/>
                        <a:t>Greedy </a:t>
                      </a:r>
                      <a:r>
                        <a:rPr lang="ko-KR" altLang="en-US" b="1" dirty="0"/>
                        <a:t>평가 </a:t>
                      </a:r>
                      <a:r>
                        <a:rPr lang="ko-KR" altLang="en-US" b="1" dirty="0" err="1"/>
                        <a:t>히트맵</a:t>
                      </a:r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4033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8983614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1689D963-5846-B476-9DA1-09A46CB03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768913"/>
            <a:ext cx="6181062" cy="224765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06079B1-2BBD-5335-29F2-FBBF2E6DE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6652" y="2756963"/>
            <a:ext cx="3514946" cy="2259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36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47E05-2409-F2F5-E759-8FF54D926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풀이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2B724-E47B-9C14-9E1F-E5FE5A5B6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13558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ko-KR" b="1" dirty="0"/>
              <a:t>Temporal Difference Method – Q-Learning | Alpha, Epsilon</a:t>
            </a:r>
            <a:endParaRPr lang="ko-KR" alt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FD02A3-6D24-4528-F8D1-4504BA2D3A16}"/>
              </a:ext>
            </a:extLst>
          </p:cNvPr>
          <p:cNvSpPr txBox="1"/>
          <p:nvPr/>
        </p:nvSpPr>
        <p:spPr>
          <a:xfrm>
            <a:off x="1020726" y="2285468"/>
            <a:ext cx="9700614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Alpha </a:t>
            </a:r>
            <a:r>
              <a:rPr lang="ko-KR" altLang="en-US" b="1" dirty="0"/>
              <a:t>변화에 따른 학습 보상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Alpha 0.1: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0.411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작은 </a:t>
            </a:r>
            <a:r>
              <a:rPr lang="ko-KR" altLang="en-US" sz="1400" dirty="0" err="1"/>
              <a:t>학습률로</a:t>
            </a:r>
            <a:r>
              <a:rPr lang="ko-KR" altLang="en-US" sz="1400" dirty="0"/>
              <a:t> </a:t>
            </a:r>
            <a:r>
              <a:rPr lang="en-US" altLang="ko-KR" sz="1400" dirty="0"/>
              <a:t>Q-Value</a:t>
            </a:r>
            <a:r>
              <a:rPr lang="ko-KR" altLang="en-US" sz="1400" dirty="0"/>
              <a:t>를 점진적으로 갱신함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Alpha 0.3:</a:t>
            </a:r>
            <a:r>
              <a:rPr lang="ko-KR" altLang="en-US" sz="1400" dirty="0"/>
              <a:t> 가장 높은 평균 보상 </a:t>
            </a:r>
            <a:r>
              <a:rPr lang="en-US" altLang="ko-KR" sz="1400" dirty="0"/>
              <a:t>0.417 </a:t>
            </a:r>
            <a:r>
              <a:rPr lang="ko-KR" altLang="en-US" sz="1400" dirty="0"/>
              <a:t>기록</a:t>
            </a:r>
            <a:r>
              <a:rPr lang="en-US" altLang="ko-KR" sz="1400" dirty="0"/>
              <a:t>. TD </a:t>
            </a:r>
            <a:r>
              <a:rPr lang="ko-KR" altLang="en-US" sz="1400" dirty="0"/>
              <a:t>오차 반영 비율 증가에도 안정적인 학습 성능 유지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Alpha 0.8: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0.415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높은 </a:t>
            </a:r>
            <a:r>
              <a:rPr lang="ko-KR" altLang="en-US" sz="1400" dirty="0" err="1"/>
              <a:t>학습률에서도</a:t>
            </a:r>
            <a:r>
              <a:rPr lang="ko-KR" altLang="en-US" sz="1400" dirty="0"/>
              <a:t> 큰 성능 저하가 발생하지 않음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Alpha </a:t>
            </a:r>
            <a:r>
              <a:rPr lang="ko-KR" altLang="en-US" sz="1400" dirty="0"/>
              <a:t>변화에도 평균 보상 </a:t>
            </a:r>
            <a:r>
              <a:rPr lang="en-US" altLang="ko-KR" sz="1400" dirty="0"/>
              <a:t>0.411~0.417 </a:t>
            </a:r>
            <a:r>
              <a:rPr lang="ko-KR" altLang="en-US" sz="1400" dirty="0"/>
              <a:t>유지</a:t>
            </a:r>
            <a:r>
              <a:rPr lang="en-US" altLang="ko-KR" sz="1400" dirty="0"/>
              <a:t>. </a:t>
            </a:r>
            <a:r>
              <a:rPr lang="ko-KR" altLang="en-US" sz="1400" dirty="0"/>
              <a:t>최대 </a:t>
            </a:r>
            <a:r>
              <a:rPr lang="en-US" altLang="ko-KR" sz="1400" dirty="0"/>
              <a:t>Q-Value</a:t>
            </a:r>
            <a:r>
              <a:rPr lang="ko-KR" altLang="en-US" sz="1400" dirty="0"/>
              <a:t>를 활용하는 </a:t>
            </a:r>
            <a:r>
              <a:rPr lang="en-US" altLang="ko-KR" sz="1400" dirty="0"/>
              <a:t>Off-Policy </a:t>
            </a:r>
            <a:r>
              <a:rPr lang="ko-KR" altLang="en-US" sz="1400" dirty="0"/>
              <a:t>학습 특성과 관련됨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b="1" dirty="0"/>
              <a:t>Epsilon </a:t>
            </a:r>
            <a:r>
              <a:rPr lang="ko-KR" altLang="en-US" b="1" dirty="0"/>
              <a:t>변화에 따른 학습 보상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Epsilon 0.01:</a:t>
            </a:r>
            <a:r>
              <a:rPr lang="ko-KR" altLang="en-US" sz="1400" dirty="0"/>
              <a:t> 가장 높은 평균 보상 </a:t>
            </a:r>
            <a:r>
              <a:rPr lang="en-US" altLang="ko-KR" sz="1400" dirty="0"/>
              <a:t>0.473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탐색 비율이 낮아 효율적인 이동 경로를 자주 선택함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Epsilon 0.1~0.3: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0.415 → 0.251 </a:t>
            </a:r>
            <a:r>
              <a:rPr lang="ko-KR" altLang="en-US" sz="1400" dirty="0"/>
              <a:t>감소</a:t>
            </a:r>
            <a:r>
              <a:rPr lang="en-US" altLang="ko-KR" sz="1400" dirty="0"/>
              <a:t>. </a:t>
            </a:r>
            <a:r>
              <a:rPr lang="ko-KR" altLang="en-US" sz="1400" dirty="0"/>
              <a:t>탐색 확률 증가에 따른 </a:t>
            </a:r>
            <a:r>
              <a:rPr lang="ko-KR" altLang="en-US" sz="1400" dirty="0" err="1"/>
              <a:t>비최적</a:t>
            </a:r>
            <a:r>
              <a:rPr lang="ko-KR" altLang="en-US" sz="1400" dirty="0"/>
              <a:t> 행동 발생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400" b="1" dirty="0"/>
              <a:t>Epsilon 0.5:</a:t>
            </a:r>
            <a:r>
              <a:rPr lang="ko-KR" altLang="en-US" sz="1400" dirty="0"/>
              <a:t> 평균 보상 </a:t>
            </a:r>
            <a:r>
              <a:rPr lang="en-US" altLang="ko-KR" sz="1400" dirty="0"/>
              <a:t>0.055 </a:t>
            </a:r>
            <a:r>
              <a:rPr lang="ko-KR" altLang="en-US" sz="1400" dirty="0"/>
              <a:t>기록</a:t>
            </a:r>
            <a:r>
              <a:rPr lang="en-US" altLang="ko-KR" sz="1400" dirty="0"/>
              <a:t>. </a:t>
            </a:r>
            <a:r>
              <a:rPr lang="ko-KR" altLang="en-US" sz="1400" dirty="0"/>
              <a:t>높은 탐색 확률로 학습 중 이동 효율 감소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Epsilon </a:t>
            </a:r>
            <a:r>
              <a:rPr lang="ko-KR" altLang="en-US" sz="1400" dirty="0"/>
              <a:t>증가에 따라 학습 보상이 감소함</a:t>
            </a:r>
            <a:r>
              <a:rPr lang="en-US" altLang="ko-KR" sz="1400" dirty="0"/>
              <a:t>. </a:t>
            </a:r>
            <a:r>
              <a:rPr lang="ko-KR" altLang="en-US" sz="1400" dirty="0"/>
              <a:t>다음 상태의 최대 </a:t>
            </a:r>
            <a:r>
              <a:rPr lang="en-US" altLang="ko-KR" sz="1400" dirty="0"/>
              <a:t>Q-Value</a:t>
            </a:r>
            <a:r>
              <a:rPr lang="ko-KR" altLang="en-US" sz="1400" dirty="0"/>
              <a:t>를 사용하여 최적 행동 가치를 학습함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r>
              <a:rPr lang="en-US" altLang="ko-KR" b="1" dirty="0"/>
              <a:t>Alpha–Epsilon Greedy </a:t>
            </a:r>
            <a:r>
              <a:rPr lang="ko-KR" altLang="en-US" b="1" dirty="0"/>
              <a:t>평가 </a:t>
            </a:r>
            <a:r>
              <a:rPr lang="ko-KR" altLang="en-US" b="1" dirty="0" err="1"/>
              <a:t>히트맵</a:t>
            </a:r>
            <a:endParaRPr lang="ko-KR" alt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전체 파라미터 조합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en-US" altLang="ko-KR" sz="1400" dirty="0"/>
              <a:t>Alpha 0.1~0.8, Epsilon 0.01~0.5</a:t>
            </a:r>
            <a:r>
              <a:rPr lang="ko-KR" altLang="en-US" sz="1400" dirty="0"/>
              <a:t>에서 평가 보상 </a:t>
            </a:r>
            <a:r>
              <a:rPr lang="en-US" altLang="ko-KR" sz="1400" dirty="0"/>
              <a:t>0.478 </a:t>
            </a:r>
            <a:r>
              <a:rPr lang="ko-KR" altLang="en-US" sz="1400" dirty="0"/>
              <a:t>기록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목표 도달</a:t>
            </a:r>
            <a:r>
              <a:rPr lang="en-US" altLang="ko-KR" sz="1400" b="1" dirty="0"/>
              <a:t>:</a:t>
            </a:r>
            <a:r>
              <a:rPr lang="ko-KR" altLang="en-US" sz="1400" dirty="0"/>
              <a:t> 총 </a:t>
            </a:r>
            <a:r>
              <a:rPr lang="en-US" altLang="ko-KR" sz="1400" dirty="0"/>
              <a:t>60</a:t>
            </a:r>
            <a:r>
              <a:rPr lang="ko-KR" altLang="en-US" sz="1400" dirty="0"/>
              <a:t>회 실험 모두 </a:t>
            </a:r>
            <a:r>
              <a:rPr lang="en-US" altLang="ko-KR" sz="1400" dirty="0"/>
              <a:t>8</a:t>
            </a:r>
            <a:r>
              <a:rPr lang="ko-KR" altLang="en-US" sz="1400" dirty="0"/>
              <a:t>스텝으로 목표에 도달하며 성공률 </a:t>
            </a:r>
            <a:r>
              <a:rPr lang="en-US" altLang="ko-KR" sz="1400" dirty="0"/>
              <a:t>100% </a:t>
            </a:r>
            <a:r>
              <a:rPr lang="ko-KR" altLang="en-US" sz="1400" dirty="0"/>
              <a:t>기록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학습 안정성</a:t>
            </a:r>
            <a:r>
              <a:rPr lang="en-US" altLang="ko-KR" sz="1400" b="1" dirty="0"/>
              <a:t>: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학습률과</a:t>
            </a:r>
            <a:r>
              <a:rPr lang="ko-KR" altLang="en-US" sz="1400" dirty="0"/>
              <a:t> 탐색 확률 변화에도 최종 </a:t>
            </a:r>
            <a:r>
              <a:rPr lang="en-US" altLang="ko-KR" sz="1400" dirty="0"/>
              <a:t>Greedy </a:t>
            </a:r>
            <a:r>
              <a:rPr lang="ko-KR" altLang="en-US" sz="1400" dirty="0"/>
              <a:t>평가 성능이 동일하게 나타남</a:t>
            </a:r>
            <a:r>
              <a:rPr lang="en-US" altLang="ko-KR" sz="1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400" b="1" dirty="0"/>
              <a:t>분석</a:t>
            </a:r>
            <a:r>
              <a:rPr lang="en-US" altLang="ko-KR" sz="1400" b="1" dirty="0"/>
              <a:t>:</a:t>
            </a:r>
            <a:r>
              <a:rPr lang="ko-KR" altLang="en-US" sz="1400" dirty="0"/>
              <a:t> 모든 파라미터 조합에서 높은 최종 정책 성능을 확보</a:t>
            </a:r>
            <a:r>
              <a:rPr lang="en-US" altLang="ko-KR" sz="1400" dirty="0"/>
              <a:t>. </a:t>
            </a:r>
            <a:r>
              <a:rPr lang="ko-KR" altLang="en-US" sz="1400" dirty="0"/>
              <a:t>해당 </a:t>
            </a:r>
            <a:r>
              <a:rPr lang="en-US" altLang="ko-KR" sz="1400" dirty="0" err="1"/>
              <a:t>GridWorld</a:t>
            </a:r>
            <a:r>
              <a:rPr lang="en-US" altLang="ko-KR" sz="1400" dirty="0"/>
              <a:t> </a:t>
            </a:r>
            <a:r>
              <a:rPr lang="ko-KR" altLang="en-US" sz="1400" dirty="0"/>
              <a:t>환경에서 안정적인 학습 결과를 확인함</a:t>
            </a:r>
            <a:r>
              <a:rPr lang="en-US" altLang="ko-KR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5901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A8108-ED05-C8B3-538C-B61C977C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 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4356A-B9C5-EDE9-1DDC-9DA3BC6B9B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SARAS</a:t>
            </a:r>
          </a:p>
          <a:p>
            <a:pPr lvl="1"/>
            <a:r>
              <a:rPr lang="en-US" altLang="ko-KR" sz="1800" dirty="0"/>
              <a:t>Alpha</a:t>
            </a:r>
            <a:r>
              <a:rPr lang="ko-KR" altLang="en-US" sz="1800" dirty="0"/>
              <a:t>가 </a:t>
            </a:r>
            <a:r>
              <a:rPr lang="en-US" altLang="ko-KR" sz="1800" dirty="0"/>
              <a:t>0.1</a:t>
            </a:r>
            <a:r>
              <a:rPr lang="ko-KR" altLang="en-US" sz="1800" dirty="0"/>
              <a:t>에서 </a:t>
            </a:r>
            <a:r>
              <a:rPr lang="en-US" altLang="ko-KR" sz="1800" dirty="0"/>
              <a:t>0.8</a:t>
            </a:r>
            <a:r>
              <a:rPr lang="ko-KR" altLang="en-US" sz="1800" dirty="0"/>
              <a:t>로 증가함에 따라 평균 학습 보상이 </a:t>
            </a:r>
            <a:r>
              <a:rPr lang="en-US" altLang="ko-KR" sz="1800" dirty="0"/>
              <a:t>0.405</a:t>
            </a:r>
            <a:r>
              <a:rPr lang="ko-KR" altLang="en-US" sz="1800" dirty="0"/>
              <a:t>에서 </a:t>
            </a:r>
            <a:r>
              <a:rPr lang="en-US" altLang="ko-KR" sz="1800" dirty="0"/>
              <a:t>0.304</a:t>
            </a:r>
            <a:r>
              <a:rPr lang="ko-KR" altLang="en-US" sz="1800" dirty="0"/>
              <a:t>로 감소함</a:t>
            </a:r>
            <a:r>
              <a:rPr lang="en-US" altLang="ko-KR" sz="1800" dirty="0"/>
              <a:t>. Epsilon </a:t>
            </a:r>
            <a:r>
              <a:rPr lang="ko-KR" altLang="en-US" sz="1800" dirty="0"/>
              <a:t>증가에 따라 학습 보상이 감소하며</a:t>
            </a:r>
            <a:r>
              <a:rPr lang="en-US" altLang="ko-KR" sz="1800" dirty="0"/>
              <a:t>, </a:t>
            </a:r>
            <a:r>
              <a:rPr lang="ko-KR" altLang="en-US" sz="1800" dirty="0"/>
              <a:t>높은 </a:t>
            </a:r>
            <a:r>
              <a:rPr lang="en-US" altLang="ko-KR" sz="1800" dirty="0"/>
              <a:t>Alpha, Epsilon </a:t>
            </a:r>
            <a:r>
              <a:rPr lang="ko-KR" altLang="en-US" sz="1800" dirty="0"/>
              <a:t>조합에서는 </a:t>
            </a:r>
            <a:r>
              <a:rPr lang="en-US" altLang="ko-KR" sz="1800" dirty="0"/>
              <a:t>Greedy </a:t>
            </a:r>
            <a:r>
              <a:rPr lang="ko-KR" altLang="en-US" sz="1800" dirty="0"/>
              <a:t>정책의 목표 도달 실패 발생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이는 실제로 선택한 다음 행동의 </a:t>
            </a:r>
            <a:r>
              <a:rPr lang="en-US" altLang="ko-KR" sz="1800" dirty="0"/>
              <a:t>Q-Value</a:t>
            </a:r>
            <a:r>
              <a:rPr lang="ko-KR" altLang="en-US" sz="1800" dirty="0"/>
              <a:t>를 업데이트에 반영하는 </a:t>
            </a:r>
            <a:r>
              <a:rPr lang="en-US" altLang="ko-KR" sz="1800" dirty="0"/>
              <a:t>On-Policy </a:t>
            </a:r>
            <a:r>
              <a:rPr lang="ko-KR" altLang="en-US" sz="1800" dirty="0"/>
              <a:t>특성과 </a:t>
            </a:r>
            <a:r>
              <a:rPr lang="ko-KR" altLang="en-US" sz="1800" dirty="0" err="1"/>
              <a:t>관련있는</a:t>
            </a:r>
            <a:r>
              <a:rPr lang="ko-KR" altLang="en-US" sz="1800" dirty="0"/>
              <a:t> 것으로 분석됨</a:t>
            </a:r>
            <a:r>
              <a:rPr lang="en-US" altLang="ko-KR" sz="1800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ko-KR" b="1" dirty="0"/>
              <a:t>Q-Learning</a:t>
            </a:r>
          </a:p>
          <a:p>
            <a:pPr lvl="1"/>
            <a:r>
              <a:rPr lang="en-US" altLang="ko-KR" sz="1800" dirty="0"/>
              <a:t>Alpha </a:t>
            </a:r>
            <a:r>
              <a:rPr lang="ko-KR" altLang="en-US" sz="1800" dirty="0"/>
              <a:t>변화에도 평균 학습 보상이 </a:t>
            </a:r>
            <a:r>
              <a:rPr lang="en-US" altLang="ko-KR" sz="1800" dirty="0"/>
              <a:t>0.411~0.417</a:t>
            </a:r>
            <a:r>
              <a:rPr lang="ko-KR" altLang="en-US" sz="1800" dirty="0"/>
              <a:t>로 일정하게 유지</a:t>
            </a:r>
            <a:r>
              <a:rPr lang="en-US" altLang="ko-KR" sz="1800" dirty="0"/>
              <a:t>. Epsilon </a:t>
            </a:r>
            <a:r>
              <a:rPr lang="ko-KR" altLang="en-US" sz="1800" dirty="0"/>
              <a:t>증가에 따라 학습 중 보상은 감소하였지만</a:t>
            </a:r>
            <a:r>
              <a:rPr lang="en-US" altLang="ko-KR" sz="1800" dirty="0"/>
              <a:t>, </a:t>
            </a:r>
            <a:r>
              <a:rPr lang="ko-KR" altLang="en-US" sz="1800" dirty="0"/>
              <a:t>모든 파라미터 조합에서 </a:t>
            </a:r>
            <a:r>
              <a:rPr lang="en-US" altLang="ko-KR" sz="1800" dirty="0"/>
              <a:t>Greedy </a:t>
            </a:r>
            <a:r>
              <a:rPr lang="ko-KR" altLang="en-US" sz="1800" dirty="0"/>
              <a:t>평가 보상 </a:t>
            </a:r>
            <a:r>
              <a:rPr lang="en-US" altLang="ko-KR" sz="1800" dirty="0"/>
              <a:t>0.478</a:t>
            </a:r>
            <a:r>
              <a:rPr lang="ko-KR" altLang="en-US" sz="1800" dirty="0"/>
              <a:t>을 기록하며 </a:t>
            </a:r>
            <a:r>
              <a:rPr lang="en-US" altLang="ko-KR" sz="1800" dirty="0"/>
              <a:t>8 Step</a:t>
            </a:r>
            <a:r>
              <a:rPr lang="ko-KR" altLang="en-US" sz="1800" dirty="0"/>
              <a:t>으로 목표 도달</a:t>
            </a:r>
            <a:r>
              <a:rPr lang="en-US" altLang="ko-KR" sz="1800" dirty="0"/>
              <a:t>.</a:t>
            </a:r>
          </a:p>
          <a:p>
            <a:pPr lvl="1"/>
            <a:r>
              <a:rPr lang="ko-KR" altLang="en-US" sz="1800" dirty="0"/>
              <a:t>다음 상태의 최대 </a:t>
            </a:r>
            <a:r>
              <a:rPr lang="en-US" altLang="ko-KR" sz="1800" dirty="0"/>
              <a:t>Q-Value</a:t>
            </a:r>
            <a:r>
              <a:rPr lang="ko-KR" altLang="en-US" sz="1800" dirty="0"/>
              <a:t>를 사용하는 </a:t>
            </a:r>
            <a:r>
              <a:rPr lang="en-US" altLang="ko-KR" sz="1800" dirty="0"/>
              <a:t>Off-Policy </a:t>
            </a:r>
            <a:r>
              <a:rPr lang="ko-KR" altLang="en-US" sz="1800" dirty="0"/>
              <a:t>업데이트 특성이 이번 실험의 안정적 최종 평가 성능에 기여한 것으로 해석됨</a:t>
            </a: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170711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921</Words>
  <Application>Microsoft Office PowerPoint</Application>
  <PresentationFormat>와이드스크린</PresentationFormat>
  <Paragraphs>106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7" baseType="lpstr">
      <vt:lpstr>맑은 고딕</vt:lpstr>
      <vt:lpstr>휴먼둥근헤드라인</vt:lpstr>
      <vt:lpstr>Arial</vt:lpstr>
      <vt:lpstr>Cambria Math</vt:lpstr>
      <vt:lpstr>Office 테마</vt:lpstr>
      <vt:lpstr>7. Temporal Difference Method</vt:lpstr>
      <vt:lpstr>목차</vt:lpstr>
      <vt:lpstr>과제 정의</vt:lpstr>
      <vt:lpstr>과제 풀이</vt:lpstr>
      <vt:lpstr>과제 풀이</vt:lpstr>
      <vt:lpstr>과제 풀이</vt:lpstr>
      <vt:lpstr>과제 풀이</vt:lpstr>
      <vt:lpstr>과제 풀이</vt:lpstr>
      <vt:lpstr>과제 풀이</vt:lpstr>
      <vt:lpstr>과제 풀이</vt:lpstr>
      <vt:lpstr>과제 풀이</vt:lpstr>
      <vt:lpstr>과제 결과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택주 권</dc:creator>
  <cp:lastModifiedBy>택주 권</cp:lastModifiedBy>
  <cp:revision>1</cp:revision>
  <dcterms:created xsi:type="dcterms:W3CDTF">2026-09-27T11:02:39Z</dcterms:created>
  <dcterms:modified xsi:type="dcterms:W3CDTF">2026-10-14T18:05:27Z</dcterms:modified>
</cp:coreProperties>
</file>