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473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택주 권" userId="ccd56deedaff4490" providerId="LiveId" clId="{33596BE3-6062-4513-8562-FC03A924889F}"/>
    <pc:docChg chg="undo custSel addSld delSld modSld modMainMaster">
      <pc:chgData name="택주 권" userId="ccd56deedaff4490" providerId="LiveId" clId="{33596BE3-6062-4513-8562-FC03A924889F}" dt="2026-09-27T13:33:09.270" v="3045" actId="113"/>
      <pc:docMkLst>
        <pc:docMk/>
      </pc:docMkLst>
      <pc:sldChg chg="modSp mod">
        <pc:chgData name="택주 권" userId="ccd56deedaff4490" providerId="LiveId" clId="{33596BE3-6062-4513-8562-FC03A924889F}" dt="2026-09-27T11:35:09.121" v="1348" actId="404"/>
        <pc:sldMkLst>
          <pc:docMk/>
          <pc:sldMk cId="57943583" sldId="256"/>
        </pc:sldMkLst>
        <pc:spChg chg="mod">
          <ac:chgData name="택주 권" userId="ccd56deedaff4490" providerId="LiveId" clId="{33596BE3-6062-4513-8562-FC03A924889F}" dt="2026-09-27T11:29:48.188" v="1202" actId="120"/>
          <ac:spMkLst>
            <pc:docMk/>
            <pc:sldMk cId="57943583" sldId="256"/>
            <ac:spMk id="2" creationId="{C11F4409-80D8-A8D3-AD17-3A02DEA82643}"/>
          </ac:spMkLst>
        </pc:spChg>
        <pc:spChg chg="mod">
          <ac:chgData name="택주 권" userId="ccd56deedaff4490" providerId="LiveId" clId="{33596BE3-6062-4513-8562-FC03A924889F}" dt="2026-09-27T11:35:09.121" v="1348" actId="404"/>
          <ac:spMkLst>
            <pc:docMk/>
            <pc:sldMk cId="57943583" sldId="256"/>
            <ac:spMk id="3" creationId="{EA7C472A-6CCF-5C71-FC43-395DC3CD2AAC}"/>
          </ac:spMkLst>
        </pc:spChg>
      </pc:sldChg>
      <pc:sldChg chg="modSp new mod">
        <pc:chgData name="택주 권" userId="ccd56deedaff4490" providerId="LiveId" clId="{33596BE3-6062-4513-8562-FC03A924889F}" dt="2026-09-27T11:10:34.542" v="315" actId="113"/>
        <pc:sldMkLst>
          <pc:docMk/>
          <pc:sldMk cId="1637662937" sldId="257"/>
        </pc:sldMkLst>
        <pc:spChg chg="mod">
          <ac:chgData name="택주 권" userId="ccd56deedaff4490" providerId="LiveId" clId="{33596BE3-6062-4513-8562-FC03A924889F}" dt="2026-09-27T11:05:05.731" v="103" actId="20577"/>
          <ac:spMkLst>
            <pc:docMk/>
            <pc:sldMk cId="1637662937" sldId="257"/>
            <ac:spMk id="2" creationId="{CBB9D9EA-0813-88A7-BA4D-27033C236949}"/>
          </ac:spMkLst>
        </pc:spChg>
        <pc:spChg chg="mod">
          <ac:chgData name="택주 권" userId="ccd56deedaff4490" providerId="LiveId" clId="{33596BE3-6062-4513-8562-FC03A924889F}" dt="2026-09-27T11:10:34.542" v="315" actId="113"/>
          <ac:spMkLst>
            <pc:docMk/>
            <pc:sldMk cId="1637662937" sldId="257"/>
            <ac:spMk id="3" creationId="{21D6F030-CEE2-BB64-9323-60BFA127EEAD}"/>
          </ac:spMkLst>
        </pc:spChg>
      </pc:sldChg>
      <pc:sldChg chg="modSp new mod">
        <pc:chgData name="택주 권" userId="ccd56deedaff4490" providerId="LiveId" clId="{33596BE3-6062-4513-8562-FC03A924889F}" dt="2026-09-27T13:22:43.087" v="1932" actId="20577"/>
        <pc:sldMkLst>
          <pc:docMk/>
          <pc:sldMk cId="3064923119" sldId="258"/>
        </pc:sldMkLst>
        <pc:spChg chg="mod">
          <ac:chgData name="택주 권" userId="ccd56deedaff4490" providerId="LiveId" clId="{33596BE3-6062-4513-8562-FC03A924889F}" dt="2026-09-27T11:07:23.066" v="237" actId="20577"/>
          <ac:spMkLst>
            <pc:docMk/>
            <pc:sldMk cId="3064923119" sldId="258"/>
            <ac:spMk id="2" creationId="{E4727BBC-72BE-06DC-75C8-8FAC63FEC32B}"/>
          </ac:spMkLst>
        </pc:spChg>
        <pc:spChg chg="mod">
          <ac:chgData name="택주 권" userId="ccd56deedaff4490" providerId="LiveId" clId="{33596BE3-6062-4513-8562-FC03A924889F}" dt="2026-09-27T13:22:43.087" v="193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modSp new mod">
        <pc:chgData name="택주 권" userId="ccd56deedaff4490" providerId="LiveId" clId="{33596BE3-6062-4513-8562-FC03A924889F}" dt="2026-09-27T13:31:46.819" v="2662" actId="1076"/>
        <pc:sldMkLst>
          <pc:docMk/>
          <pc:sldMk cId="2852760341" sldId="259"/>
        </pc:sldMkLst>
        <pc:spChg chg="mod">
          <ac:chgData name="택주 권" userId="ccd56deedaff4490" providerId="LiveId" clId="{33596BE3-6062-4513-8562-FC03A924889F}" dt="2026-09-27T11:07:26.490" v="252" actId="20577"/>
          <ac:spMkLst>
            <pc:docMk/>
            <pc:sldMk cId="2852760341" sldId="259"/>
            <ac:spMk id="2" creationId="{05F47E05-2409-F2F5-E759-8FF54D92678B}"/>
          </ac:spMkLst>
        </pc:spChg>
        <pc:spChg chg="mod">
          <ac:chgData name="택주 권" userId="ccd56deedaff4490" providerId="LiveId" clId="{33596BE3-6062-4513-8562-FC03A924889F}" dt="2026-09-27T13:21:30.239" v="1922" actId="113"/>
          <ac:spMkLst>
            <pc:docMk/>
            <pc:sldMk cId="2852760341" sldId="259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31:46.819" v="2662" actId="1076"/>
          <ac:spMkLst>
            <pc:docMk/>
            <pc:sldMk cId="2852760341" sldId="259"/>
            <ac:spMk id="6" creationId="{05099392-6312-F2D7-3E80-B52EF6F32F5B}"/>
          </ac:spMkLst>
        </pc:spChg>
        <pc:picChg chg="add mod modCrop">
          <ac:chgData name="택주 권" userId="ccd56deedaff4490" providerId="LiveId" clId="{33596BE3-6062-4513-8562-FC03A924889F}" dt="2026-09-27T13:31:42.302" v="2661" actId="1076"/>
          <ac:picMkLst>
            <pc:docMk/>
            <pc:sldMk cId="2852760341" sldId="259"/>
            <ac:picMk id="5" creationId="{8CE419C0-8CC9-0845-B960-4076424A8DFA}"/>
          </ac:picMkLst>
        </pc:picChg>
      </pc:sldChg>
      <pc:sldChg chg="modSp new mod">
        <pc:chgData name="택주 권" userId="ccd56deedaff4490" providerId="LiveId" clId="{33596BE3-6062-4513-8562-FC03A924889F}" dt="2026-09-27T13:33:09.270" v="3045" actId="113"/>
        <pc:sldMkLst>
          <pc:docMk/>
          <pc:sldMk cId="2170711995" sldId="260"/>
        </pc:sldMkLst>
        <pc:spChg chg="mod">
          <ac:chgData name="택주 권" userId="ccd56deedaff4490" providerId="LiveId" clId="{33596BE3-6062-4513-8562-FC03A924889F}" dt="2026-09-27T11:07:18.661" v="221" actId="20577"/>
          <ac:spMkLst>
            <pc:docMk/>
            <pc:sldMk cId="2170711995" sldId="260"/>
            <ac:spMk id="2" creationId="{4F5A8108-ED05-C8B3-538C-B61C977CDB8A}"/>
          </ac:spMkLst>
        </pc:spChg>
        <pc:spChg chg="mod">
          <ac:chgData name="택주 권" userId="ccd56deedaff4490" providerId="LiveId" clId="{33596BE3-6062-4513-8562-FC03A924889F}" dt="2026-09-27T13:33:09.270" v="3045" actId="113"/>
          <ac:spMkLst>
            <pc:docMk/>
            <pc:sldMk cId="2170711995" sldId="260"/>
            <ac:spMk id="3" creationId="{E7C4356A-B9C5-EDE9-1DDC-9DA3BC6B9B9A}"/>
          </ac:spMkLst>
        </pc:spChg>
      </pc:sldChg>
      <pc:sldChg chg="modSp new mod">
        <pc:chgData name="택주 권" userId="ccd56deedaff4490" providerId="LiveId" clId="{33596BE3-6062-4513-8562-FC03A924889F}" dt="2026-09-27T11:27:55.809" v="1198" actId="5793"/>
        <pc:sldMkLst>
          <pc:docMk/>
          <pc:sldMk cId="2935767000" sldId="261"/>
        </pc:sldMkLst>
        <pc:spChg chg="mod">
          <ac:chgData name="택주 권" userId="ccd56deedaff4490" providerId="LiveId" clId="{33596BE3-6062-4513-8562-FC03A924889F}" dt="2026-09-27T11:14:27.165" v="369" actId="20577"/>
          <ac:spMkLst>
            <pc:docMk/>
            <pc:sldMk cId="2935767000" sldId="261"/>
            <ac:spMk id="2" creationId="{2CD1B300-B89E-D7A0-0333-AD1C2C841001}"/>
          </ac:spMkLst>
        </pc:spChg>
        <pc:spChg chg="mod">
          <ac:chgData name="택주 권" userId="ccd56deedaff4490" providerId="LiveId" clId="{33596BE3-6062-4513-8562-FC03A924889F}" dt="2026-09-27T11:27:55.809" v="1198" actId="5793"/>
          <ac:spMkLst>
            <pc:docMk/>
            <pc:sldMk cId="2935767000" sldId="261"/>
            <ac:spMk id="3" creationId="{B95F481C-75DC-6416-BC10-C4B5AF5EE4A9}"/>
          </ac:spMkLst>
        </pc:spChg>
      </pc:sldChg>
      <pc:sldChg chg="addSp modSp add mod">
        <pc:chgData name="택주 권" userId="ccd56deedaff4490" providerId="LiveId" clId="{33596BE3-6062-4513-8562-FC03A924889F}" dt="2026-09-27T13:27:35.475" v="2283" actId="2710"/>
        <pc:sldMkLst>
          <pc:docMk/>
          <pc:sldMk cId="958500949" sldId="262"/>
        </pc:sldMkLst>
        <pc:spChg chg="mod">
          <ac:chgData name="택주 권" userId="ccd56deedaff4490" providerId="LiveId" clId="{33596BE3-6062-4513-8562-FC03A924889F}" dt="2026-09-27T13:21:34.269" v="1923" actId="113"/>
          <ac:spMkLst>
            <pc:docMk/>
            <pc:sldMk cId="958500949" sldId="262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27:35.475" v="2283" actId="2710"/>
          <ac:spMkLst>
            <pc:docMk/>
            <pc:sldMk cId="958500949" sldId="262"/>
            <ac:spMk id="6" creationId="{C9218541-1609-8A56-DDBF-FEC5EFDFC08A}"/>
          </ac:spMkLst>
        </pc:spChg>
        <pc:picChg chg="add mod modCrop">
          <ac:chgData name="택주 권" userId="ccd56deedaff4490" providerId="LiveId" clId="{33596BE3-6062-4513-8562-FC03A924889F}" dt="2026-09-27T13:21:58.818" v="1928" actId="1076"/>
          <ac:picMkLst>
            <pc:docMk/>
            <pc:sldMk cId="958500949" sldId="262"/>
            <ac:picMk id="5" creationId="{6DA936DE-EDEF-786C-4539-63219FD4EB27}"/>
          </ac:picMkLst>
        </pc:picChg>
      </pc:sldChg>
      <pc:sldChg chg="new del">
        <pc:chgData name="택주 권" userId="ccd56deedaff4490" providerId="LiveId" clId="{33596BE3-6062-4513-8562-FC03A924889F}" dt="2026-09-27T11:14:41.154" v="389" actId="680"/>
        <pc:sldMkLst>
          <pc:docMk/>
          <pc:sldMk cId="4045975856" sldId="262"/>
        </pc:sldMkLst>
      </pc:sldChg>
      <pc:sldChg chg="addSp delSp modSp add mod">
        <pc:chgData name="택주 권" userId="ccd56deedaff4490" providerId="LiveId" clId="{33596BE3-6062-4513-8562-FC03A924889F}" dt="2026-09-27T13:17:04.694" v="1919" actId="1076"/>
        <pc:sldMkLst>
          <pc:docMk/>
          <pc:sldMk cId="2976407003" sldId="263"/>
        </pc:sldMkLst>
        <pc:spChg chg="mod">
          <ac:chgData name="택주 권" userId="ccd56deedaff4490" providerId="LiveId" clId="{33596BE3-6062-4513-8562-FC03A924889F}" dt="2026-09-27T13:15:17.431" v="1888" actId="20577"/>
          <ac:spMkLst>
            <pc:docMk/>
            <pc:sldMk cId="2976407003" sldId="263"/>
            <ac:spMk id="3" creationId="{5852B724-E47B-9C14-9E1F-E5FE5A5B6B63}"/>
          </ac:spMkLst>
        </pc:spChg>
        <pc:spChg chg="add del mod">
          <ac:chgData name="택주 권" userId="ccd56deedaff4490" providerId="LiveId" clId="{33596BE3-6062-4513-8562-FC03A924889F}" dt="2026-09-27T12:41:09.159" v="1362"/>
          <ac:spMkLst>
            <pc:docMk/>
            <pc:sldMk cId="2976407003" sldId="263"/>
            <ac:spMk id="6" creationId="{25B45A30-C99E-0483-DB3E-19A57A6F1C34}"/>
          </ac:spMkLst>
        </pc:spChg>
        <pc:spChg chg="add del mod">
          <ac:chgData name="택주 권" userId="ccd56deedaff4490" providerId="LiveId" clId="{33596BE3-6062-4513-8562-FC03A924889F}" dt="2026-09-27T12:41:21.070" v="1370" actId="478"/>
          <ac:spMkLst>
            <pc:docMk/>
            <pc:sldMk cId="2976407003" sldId="263"/>
            <ac:spMk id="7" creationId="{5DE21157-5016-D3E9-7319-1F50AD2E71F7}"/>
          </ac:spMkLst>
        </pc:spChg>
        <pc:spChg chg="add del mod">
          <ac:chgData name="택주 권" userId="ccd56deedaff4490" providerId="LiveId" clId="{33596BE3-6062-4513-8562-FC03A924889F}" dt="2026-09-27T12:51:10.171" v="1859" actId="478"/>
          <ac:spMkLst>
            <pc:docMk/>
            <pc:sldMk cId="2976407003" sldId="263"/>
            <ac:spMk id="8" creationId="{7FB3D811-A1F2-165A-21C8-5D0BCDDCC6EE}"/>
          </ac:spMkLst>
        </pc:spChg>
        <pc:spChg chg="add mod">
          <ac:chgData name="택주 권" userId="ccd56deedaff4490" providerId="LiveId" clId="{33596BE3-6062-4513-8562-FC03A924889F}" dt="2026-09-27T13:17:04.694" v="1919" actId="1076"/>
          <ac:spMkLst>
            <pc:docMk/>
            <pc:sldMk cId="2976407003" sldId="263"/>
            <ac:spMk id="9" creationId="{FFA5D79F-58F2-3249-246A-0803911D727D}"/>
          </ac:spMkLst>
        </pc:spChg>
        <pc:picChg chg="add mod modCrop">
          <ac:chgData name="택주 권" userId="ccd56deedaff4490" providerId="LiveId" clId="{33596BE3-6062-4513-8562-FC03A924889F}" dt="2026-09-27T12:48:03.490" v="1669" actId="1038"/>
          <ac:picMkLst>
            <pc:docMk/>
            <pc:sldMk cId="2976407003" sldId="263"/>
            <ac:picMk id="5" creationId="{0BF66237-FE10-D046-B7AC-DA44479D94F5}"/>
          </ac:picMkLst>
        </pc:picChg>
      </pc:sldChg>
      <pc:sldChg chg="new del">
        <pc:chgData name="택주 권" userId="ccd56deedaff4490" providerId="LiveId" clId="{33596BE3-6062-4513-8562-FC03A924889F}" dt="2026-09-27T11:14:40.949" v="388" actId="680"/>
        <pc:sldMkLst>
          <pc:docMk/>
          <pc:sldMk cId="4237870664" sldId="263"/>
        </pc:sldMkLst>
      </pc:sldChg>
      <pc:sldMasterChg chg="modSldLayout">
        <pc:chgData name="택주 권" userId="ccd56deedaff4490" providerId="LiveId" clId="{33596BE3-6062-4513-8562-FC03A924889F}" dt="2026-09-27T11:13:04.904" v="319" actId="2711"/>
        <pc:sldMasterMkLst>
          <pc:docMk/>
          <pc:sldMasterMk cId="3875505721" sldId="2147483648"/>
        </pc:sldMasterMkLst>
        <pc:sldLayoutChg chg="addSp modSp mod">
          <pc:chgData name="택주 권" userId="ccd56deedaff4490" providerId="LiveId" clId="{33596BE3-6062-4513-8562-FC03A924889F}" dt="2026-09-27T11:12:23.728" v="317" actId="1076"/>
          <pc:sldLayoutMkLst>
            <pc:docMk/>
            <pc:sldMasterMk cId="3875505721" sldId="2147483648"/>
            <pc:sldLayoutMk cId="2028811568" sldId="2147483649"/>
          </pc:sldLayoutMkLst>
          <pc:picChg chg="add mod">
            <ac:chgData name="택주 권" userId="ccd56deedaff4490" providerId="LiveId" clId="{33596BE3-6062-4513-8562-FC03A924889F}" dt="2026-09-27T11:12:23.728" v="317" actId="1076"/>
            <ac:picMkLst>
              <pc:docMk/>
              <pc:sldMasterMk cId="3875505721" sldId="2147483648"/>
              <pc:sldLayoutMk cId="2028811568" sldId="2147483649"/>
              <ac:picMk id="8" creationId="{FDB723CB-F996-BE06-6E7E-A5359440E56E}"/>
            </ac:picMkLst>
          </pc:picChg>
        </pc:sldLayoutChg>
        <pc:sldLayoutChg chg="addSp modSp">
          <pc:chgData name="택주 권" userId="ccd56deedaff4490" providerId="LiveId" clId="{33596BE3-6062-4513-8562-FC03A924889F}" dt="2026-09-27T11:13:04.904" v="319" actId="2711"/>
          <pc:sldLayoutMkLst>
            <pc:docMk/>
            <pc:sldMasterMk cId="3875505721" sldId="2147483648"/>
            <pc:sldLayoutMk cId="3592824956" sldId="2147483650"/>
          </pc:sldLayoutMkLst>
          <pc:spChg chg="mod">
            <ac:chgData name="택주 권" userId="ccd56deedaff4490" providerId="LiveId" clId="{33596BE3-6062-4513-8562-FC03A924889F}" dt="2026-09-27T11:13:04.904" v="319" actId="2711"/>
            <ac:spMkLst>
              <pc:docMk/>
              <pc:sldMasterMk cId="3875505721" sldId="2147483648"/>
              <pc:sldLayoutMk cId="3592824956" sldId="2147483650"/>
              <ac:spMk id="2" creationId="{D586B02A-2DAE-E0AC-1067-26BAC710708C}"/>
            </ac:spMkLst>
          </pc:spChg>
          <pc:picChg chg="add mod">
            <ac:chgData name="택주 권" userId="ccd56deedaff4490" providerId="LiveId" clId="{33596BE3-6062-4513-8562-FC03A924889F}" dt="2026-09-27T11:12:32.512" v="318"/>
            <ac:picMkLst>
              <pc:docMk/>
              <pc:sldMasterMk cId="3875505721" sldId="2147483648"/>
              <pc:sldLayoutMk cId="3592824956" sldId="2147483650"/>
              <ac:picMk id="7" creationId="{0F6B0421-3812-7CF2-876A-F29E008B7EE1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723CB-F996-BE06-6E7E-A5359440E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휴먼둥근헤드라인" panose="02030504000101010101" pitchFamily="18" charset="-127"/>
                <a:ea typeface="휴먼둥근헤드라인" panose="020305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B0421-3812-7CF2-876A-F29E008B7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ko-KR" altLang="en-US" b="1" dirty="0"/>
              <a:t>강화학습 </a:t>
            </a:r>
            <a:r>
              <a:rPr lang="en-US" altLang="ko-KR" b="1" dirty="0"/>
              <a:t>3</a:t>
            </a:r>
            <a:r>
              <a:rPr lang="ko-KR" altLang="en-US" b="1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ko-KR" altLang="en-US" sz="1400" b="1" dirty="0"/>
              <a:t>과목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강화학습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담당 교수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박태형</a:t>
            </a:r>
            <a:r>
              <a:rPr lang="ko-KR" altLang="en-US" sz="1400" dirty="0"/>
              <a:t> 교수님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학과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지능로봇공학과 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학번</a:t>
            </a:r>
            <a:r>
              <a:rPr lang="ko-KR" altLang="en-US" sz="1400" dirty="0"/>
              <a:t> </a:t>
            </a:r>
            <a:r>
              <a:rPr lang="en-US" altLang="ko-KR" sz="1400" dirty="0"/>
              <a:t>: 2023042028 </a:t>
            </a:r>
          </a:p>
          <a:p>
            <a:pPr algn="l"/>
            <a:r>
              <a:rPr lang="ko-KR" altLang="en-US" sz="1400" b="1" dirty="0"/>
              <a:t>이름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권택주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과제 정의</a:t>
            </a:r>
            <a:endParaRPr lang="en-US" altLang="ko-KR" b="1" dirty="0"/>
          </a:p>
          <a:p>
            <a:pPr lvl="1"/>
            <a:r>
              <a:rPr lang="en-US" altLang="ko-KR" dirty="0"/>
              <a:t>Markov Decision Process</a:t>
            </a:r>
          </a:p>
          <a:p>
            <a:pPr lvl="1"/>
            <a:r>
              <a:rPr lang="en-US" altLang="ko-KR" dirty="0"/>
              <a:t>Bellman Equation</a:t>
            </a:r>
          </a:p>
          <a:p>
            <a:r>
              <a:rPr lang="ko-KR" altLang="en-US" b="1" dirty="0"/>
              <a:t>과제 풀이</a:t>
            </a:r>
            <a:endParaRPr lang="en-US" altLang="ko-KR" b="1" dirty="0"/>
          </a:p>
          <a:p>
            <a:pPr lvl="1"/>
            <a:r>
              <a:rPr lang="en-US" altLang="ko-KR" dirty="0"/>
              <a:t>Markov Decision Process</a:t>
            </a:r>
          </a:p>
          <a:p>
            <a:pPr lvl="1"/>
            <a:r>
              <a:rPr lang="en-US" altLang="ko-KR" dirty="0"/>
              <a:t>Bellman Equation</a:t>
            </a:r>
          </a:p>
          <a:p>
            <a:r>
              <a:rPr lang="ko-KR" altLang="en-US" b="1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27BBC-72BE-06DC-75C8-8FAC63F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253FF-60EB-DEE0-16F2-A00B9758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Markov Decision Process</a:t>
            </a:r>
          </a:p>
          <a:p>
            <a:pPr lvl="1"/>
            <a:r>
              <a:rPr lang="ko-KR" altLang="en-US" dirty="0"/>
              <a:t>과거의 영향을 무시하고</a:t>
            </a:r>
            <a:r>
              <a:rPr lang="en-US" altLang="ko-KR" dirty="0"/>
              <a:t>, </a:t>
            </a:r>
            <a:r>
              <a:rPr lang="ko-KR" altLang="en-US" dirty="0"/>
              <a:t>현재 상태만 고려하여 결과 도출</a:t>
            </a:r>
            <a:endParaRPr lang="en-US" altLang="ko-KR" dirty="0"/>
          </a:p>
          <a:p>
            <a:pPr lvl="1"/>
            <a:r>
              <a:rPr lang="ko-KR" altLang="en-US" dirty="0"/>
              <a:t>상태 공간 </a:t>
            </a:r>
            <a:r>
              <a:rPr lang="en-US" altLang="ko-KR" dirty="0"/>
              <a:t>S</a:t>
            </a:r>
            <a:r>
              <a:rPr lang="ko-KR" altLang="en-US" dirty="0"/>
              <a:t>와 행동 공간 </a:t>
            </a:r>
            <a:r>
              <a:rPr lang="en-US" altLang="ko-KR" dirty="0"/>
              <a:t>A</a:t>
            </a:r>
            <a:r>
              <a:rPr lang="ko-KR" altLang="en-US" dirty="0"/>
              <a:t>가 유한</a:t>
            </a:r>
            <a:endParaRPr lang="en-US" altLang="ko-KR" dirty="0"/>
          </a:p>
          <a:p>
            <a:pPr lvl="2"/>
            <a:r>
              <a:rPr lang="ko-KR" altLang="en-US" dirty="0"/>
              <a:t>전이 확률 </a:t>
            </a:r>
            <a:r>
              <a:rPr lang="en-US" altLang="ko-KR" dirty="0"/>
              <a:t>: </a:t>
            </a:r>
            <a:r>
              <a:rPr lang="ko-KR" altLang="en-US" dirty="0"/>
              <a:t>특정 행동이 의도한대로 수행될 확률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Value Function</a:t>
            </a:r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State, State-Action</a:t>
            </a:r>
            <a:r>
              <a:rPr lang="ko-KR" altLang="en-US" dirty="0"/>
              <a:t>쌍이 앞으로 얻을 수 있는 </a:t>
            </a:r>
            <a:r>
              <a:rPr lang="en-US" altLang="ko-KR" dirty="0"/>
              <a:t>Reward</a:t>
            </a:r>
            <a:r>
              <a:rPr lang="ko-KR" altLang="en-US" dirty="0"/>
              <a:t> </a:t>
            </a:r>
            <a:r>
              <a:rPr lang="ko-KR" altLang="en-US" dirty="0" err="1"/>
              <a:t>기댓값</a:t>
            </a:r>
            <a:r>
              <a:rPr lang="ko-KR" altLang="en-US" dirty="0"/>
              <a:t> 예측 함수</a:t>
            </a:r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S</a:t>
            </a:r>
            <a:r>
              <a:rPr lang="ko-KR" altLang="en-US" dirty="0"/>
              <a:t>에서 시작해 앞으로 얻을 </a:t>
            </a:r>
            <a:r>
              <a:rPr lang="en-US" altLang="ko-KR" dirty="0"/>
              <a:t>Return</a:t>
            </a:r>
            <a:r>
              <a:rPr lang="ko-KR" altLang="en-US" dirty="0"/>
              <a:t>의 </a:t>
            </a:r>
            <a:r>
              <a:rPr lang="ko-KR" altLang="en-US" dirty="0" err="1"/>
              <a:t>기댓값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9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1B300-B89E-D7A0-0333-AD1C2C84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F481C-75DC-6416-BC10-C4B5AF5EE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Bellman Equation</a:t>
            </a:r>
          </a:p>
          <a:p>
            <a:pPr lvl="1"/>
            <a:r>
              <a:rPr lang="ko-KR" altLang="en-US" dirty="0"/>
              <a:t>최적 가치 함수를 재귀적으로 정의</a:t>
            </a:r>
            <a:r>
              <a:rPr lang="en-US" altLang="ko-KR" dirty="0"/>
              <a:t>, </a:t>
            </a:r>
            <a:r>
              <a:rPr lang="ko-KR" altLang="en-US" dirty="0"/>
              <a:t>현재 상태와 행동에 대한 가치를 이용해 다음 상태의 가치를 추정하는 방법 제공</a:t>
            </a:r>
          </a:p>
        </p:txBody>
      </p:sp>
    </p:spTree>
    <p:extLst>
      <p:ext uri="{BB962C8B-B14F-4D97-AF65-F5344CB8AC3E}">
        <p14:creationId xmlns:p14="http://schemas.microsoft.com/office/powerpoint/2010/main" val="293576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031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Markov Decision Process Q1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E419C0-8CC9-0845-B960-4076424A8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4" t="17778" r="1738" b="10609"/>
          <a:stretch/>
        </p:blipFill>
        <p:spPr>
          <a:xfrm>
            <a:off x="5850017" y="2237560"/>
            <a:ext cx="6159072" cy="35274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099392-6312-F2D7-3E80-B52EF6F32F5B}"/>
                  </a:ext>
                </a:extLst>
              </p:cNvPr>
              <p:cNvSpPr txBox="1"/>
              <p:nvPr/>
            </p:nvSpPr>
            <p:spPr>
              <a:xfrm>
                <a:off x="999378" y="2237560"/>
                <a:ext cx="485063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각 </a:t>
                </a: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에서 </a:t>
                </a:r>
                <a:r>
                  <a:rPr lang="en-US" altLang="ko-KR" sz="1400" dirty="0"/>
                  <a:t>left, right </a:t>
                </a:r>
                <a:r>
                  <a:rPr lang="ko-KR" altLang="en-US" sz="1400" dirty="0"/>
                  <a:t>행동에 따른 다음 </a:t>
                </a:r>
                <a:r>
                  <a:rPr lang="en-US" altLang="ko-KR" sz="1400" dirty="0"/>
                  <a:t>State, Reward</a:t>
                </a:r>
                <a:r>
                  <a:rPr lang="ko-KR" altLang="en-US" sz="1400" dirty="0"/>
                  <a:t>를 테이블 작성</a:t>
                </a:r>
                <a:endParaRPr lang="en-US" altLang="ko-KR" sz="1400" dirty="0"/>
              </a:p>
              <a:p>
                <a:r>
                  <a:rPr lang="en-US" altLang="ko-KR" sz="1400" dirty="0"/>
                  <a:t>Deterministic Transition</a:t>
                </a:r>
                <a:r>
                  <a:rPr lang="ko-KR" altLang="en-US" sz="1400" dirty="0"/>
                  <a:t>이므로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선택한 행동에 따른 전이 확률은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400" dirty="0"/>
                  <a:t> 로 설정하여 </a:t>
                </a:r>
                <a:r>
                  <a:rPr lang="en-US" altLang="ko-KR" sz="1400" dirty="0"/>
                  <a:t>Transition Diagram </a:t>
                </a:r>
                <a:r>
                  <a:rPr lang="ko-KR" altLang="en-US" sz="1400" dirty="0"/>
                  <a:t>작성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099392-6312-F2D7-3E80-B52EF6F32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78" y="2237560"/>
                <a:ext cx="4850639" cy="954107"/>
              </a:xfrm>
              <a:prstGeom prst="rect">
                <a:avLst/>
              </a:prstGeom>
              <a:blipFill>
                <a:blip r:embed="rId3"/>
                <a:stretch>
                  <a:fillRect l="-377" t="-1274" b="-5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6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165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Markov Decision Process Q2</a:t>
            </a:r>
            <a:endParaRPr lang="ko-KR" altLang="en-US" b="1" dirty="0"/>
          </a:p>
          <a:p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A936DE-EDEF-786C-4539-63219FD4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" t="18279" r="11083" b="3011"/>
          <a:stretch/>
        </p:blipFill>
        <p:spPr>
          <a:xfrm>
            <a:off x="5869858" y="2019593"/>
            <a:ext cx="6297561" cy="44187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18541-1609-8A56-DDBF-FEC5EFDFC08A}"/>
                  </a:ext>
                </a:extLst>
              </p:cNvPr>
              <p:cNvSpPr txBox="1"/>
              <p:nvPr/>
            </p:nvSpPr>
            <p:spPr>
              <a:xfrm>
                <a:off x="934064" y="2276168"/>
                <a:ext cx="5161936" cy="1020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/>
                  <a:t>각 </a:t>
                </a:r>
                <a:r>
                  <a:rPr lang="en-US" altLang="ko-KR" sz="1400" dirty="0"/>
                  <a:t>Policy</a:t>
                </a:r>
                <a:r>
                  <a:rPr lang="ko-KR" altLang="en-US" sz="1400" dirty="0"/>
                  <a:t>에서 </a:t>
                </a: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별 선택 </a:t>
                </a:r>
                <a:r>
                  <a:rPr lang="en-US" altLang="ko-KR" sz="1400" dirty="0"/>
                  <a:t>Action</a:t>
                </a:r>
                <a:r>
                  <a:rPr lang="ko-KR" altLang="en-US" sz="1400" dirty="0"/>
                  <a:t>을 확인한 후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ko-KR" altLang="en-US" sz="1400" dirty="0"/>
                  <a:t>를 적용하여 </a:t>
                </a:r>
                <a:r>
                  <a:rPr lang="en-US" altLang="ko-KR" sz="1400" dirty="0"/>
                  <a:t>State Value</a:t>
                </a:r>
                <a:r>
                  <a:rPr lang="ko-KR" altLang="en-US" sz="1400" dirty="0"/>
                  <a:t>에 대한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차 방정식 설립</a:t>
                </a:r>
                <a:endParaRPr lang="en-US" altLang="ko-KR" sz="140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dirty="0"/>
                  <a:t>각 정책별 연립 방정식을 풀어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400" dirty="0"/>
                  <a:t> 계산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18541-1609-8A56-DDBF-FEC5EFDFC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64" y="2276168"/>
                <a:ext cx="5161936" cy="1020792"/>
              </a:xfrm>
              <a:prstGeom prst="rect">
                <a:avLst/>
              </a:prstGeom>
              <a:blipFill>
                <a:blip r:embed="rId3"/>
                <a:stretch>
                  <a:fillRect l="-354" r="-118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50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61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Bellman Equation Q1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F66237-FE10-D046-B7AC-DA44479D9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5"/>
          <a:stretch/>
        </p:blipFill>
        <p:spPr>
          <a:xfrm>
            <a:off x="5432320" y="1727601"/>
            <a:ext cx="6626940" cy="4123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5D79F-58F2-3249-246A-0803911D727D}"/>
                  </a:ext>
                </a:extLst>
              </p:cNvPr>
              <p:cNvSpPr txBox="1"/>
              <p:nvPr/>
            </p:nvSpPr>
            <p:spPr>
              <a:xfrm>
                <a:off x="978310" y="2284418"/>
                <a:ext cx="4682614" cy="144161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dirty="0"/>
                  <a:t>테이블 작성 후</a:t>
                </a:r>
                <a:r>
                  <a:rPr lang="en-US" altLang="ko-KR" sz="1200" dirty="0"/>
                  <a:t>, Value Function</a:t>
                </a:r>
                <a:r>
                  <a:rPr lang="ko-KR" altLang="en-US" sz="1200" dirty="0"/>
                  <a:t>에 맞춰서 </a:t>
                </a:r>
                <a:r>
                  <a:rPr lang="en-US" altLang="ko-KR" sz="1200" dirty="0"/>
                  <a:t>1</a:t>
                </a:r>
                <a:r>
                  <a:rPr lang="ko-KR" altLang="en-US" sz="1200" dirty="0"/>
                  <a:t>차 방정식 설립</a:t>
                </a:r>
                <a:r>
                  <a:rPr lang="en-US" altLang="ko-KR" sz="12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/>
                  <a:t>Value Function </a:t>
                </a:r>
                <a:r>
                  <a:rPr lang="en-US" altLang="ko-KR" sz="12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ko-KR" altLang="en-US" sz="120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200" dirty="0"/>
                  <a:t>이후 </a:t>
                </a:r>
                <a:r>
                  <a:rPr lang="en-US" altLang="ko-KR" sz="1200" dirty="0"/>
                  <a:t>1</a:t>
                </a:r>
                <a:r>
                  <a:rPr lang="ko-KR" altLang="en-US" sz="1200" dirty="0"/>
                  <a:t>차 방정식 </a:t>
                </a:r>
                <a:r>
                  <a:rPr lang="en-US" altLang="ko-KR" sz="1200" dirty="0"/>
                  <a:t>4</a:t>
                </a:r>
                <a:r>
                  <a:rPr lang="ko-KR" altLang="en-US" sz="1200" dirty="0"/>
                  <a:t>개를 연립하여 풀이</a:t>
                </a:r>
                <a:endParaRPr lang="en-US" altLang="ko-KR" sz="12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=−1.813, 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=−1.105, 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=−0.645, 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=−1.436</m:t>
                      </m:r>
                    </m:oMath>
                  </m:oMathPara>
                </a14:m>
                <a:endParaRPr lang="ko-KR" altLang="en-US" sz="1200" dirty="0"/>
              </a:p>
              <a:p>
                <a:pPr>
                  <a:lnSpc>
                    <a:spcPct val="150000"/>
                  </a:lnSpc>
                </a:pPr>
                <a:endParaRPr lang="ko-KR" altLang="en-US" sz="1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5D79F-58F2-3249-246A-0803911D7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10" y="2284418"/>
                <a:ext cx="4682614" cy="1441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40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A8108-ED05-C8B3-538C-B61C977C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4356A-B9C5-EDE9-1DDC-9DA3BC6B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Markov Decision Process</a:t>
            </a:r>
          </a:p>
          <a:p>
            <a:pPr lvl="1"/>
            <a:r>
              <a:rPr lang="ko-KR" altLang="en-US" dirty="0"/>
              <a:t>정책에 따라 동일한 환경에서도 </a:t>
            </a:r>
            <a:r>
              <a:rPr lang="en-US" altLang="ko-KR" dirty="0"/>
              <a:t>State Value</a:t>
            </a:r>
            <a:r>
              <a:rPr lang="ko-KR" altLang="en-US" dirty="0"/>
              <a:t>가 달라짐을 확인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State Value</a:t>
            </a:r>
          </a:p>
          <a:p>
            <a:pPr lvl="1"/>
            <a:r>
              <a:rPr lang="ko-KR" altLang="en-US" dirty="0"/>
              <a:t>정책별 행동 선택에 따라 장기적으로 얻는 </a:t>
            </a:r>
            <a:r>
              <a:rPr lang="en-US" altLang="ko-KR" dirty="0"/>
              <a:t>Reward</a:t>
            </a:r>
            <a:r>
              <a:rPr lang="ko-KR" altLang="en-US" dirty="0"/>
              <a:t>의 </a:t>
            </a:r>
            <a:r>
              <a:rPr lang="ko-KR" altLang="en-US" dirty="0" err="1"/>
              <a:t>기대값</a:t>
            </a:r>
            <a:r>
              <a:rPr lang="ko-KR" altLang="en-US" dirty="0"/>
              <a:t> 변화 확인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Bellman Equation</a:t>
            </a:r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State Value</a:t>
            </a:r>
            <a:r>
              <a:rPr lang="ko-KR" altLang="en-US" dirty="0"/>
              <a:t>를 다음 </a:t>
            </a:r>
            <a:r>
              <a:rPr lang="en-US" altLang="ko-KR" dirty="0"/>
              <a:t>State Value, Reward</a:t>
            </a:r>
            <a:r>
              <a:rPr lang="ko-KR" altLang="en-US" dirty="0"/>
              <a:t>를 기반으로 재귀적 계산 확인</a:t>
            </a:r>
          </a:p>
        </p:txBody>
      </p:sp>
    </p:spTree>
    <p:extLst>
      <p:ext uri="{BB962C8B-B14F-4D97-AF65-F5344CB8AC3E}">
        <p14:creationId xmlns:p14="http://schemas.microsoft.com/office/powerpoint/2010/main" val="21707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294</Words>
  <Application>Microsoft Office PowerPoint</Application>
  <PresentationFormat>와이드스크린</PresentationFormat>
  <Paragraphs>47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휴먼둥근헤드라인</vt:lpstr>
      <vt:lpstr>Arial</vt:lpstr>
      <vt:lpstr>Cambria Math</vt:lpstr>
      <vt:lpstr>Office 테마</vt:lpstr>
      <vt:lpstr>강화학습 3주차 과제</vt:lpstr>
      <vt:lpstr>목차</vt:lpstr>
      <vt:lpstr>과제 정의</vt:lpstr>
      <vt:lpstr>과제 정의</vt:lpstr>
      <vt:lpstr>과제 풀이</vt:lpstr>
      <vt:lpstr>과제 풀이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1</cp:revision>
  <dcterms:created xsi:type="dcterms:W3CDTF">2026-09-27T11:02:39Z</dcterms:created>
  <dcterms:modified xsi:type="dcterms:W3CDTF">2026-09-27T13:33:10Z</dcterms:modified>
</cp:coreProperties>
</file>