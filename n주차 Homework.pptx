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62" y="14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8D2B08-70AE-8977-567D-EC20807BE4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2430C4A-8D8A-6AD1-D359-ECA99E6AA3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E359ECB-4DC3-29C8-43E1-8E83D026AA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8FE92-352A-4F29-A53E-D4449191C064}" type="datetimeFigureOut">
              <a:rPr lang="ko-KR" altLang="en-US" smtClean="0"/>
              <a:t>2026-09-27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84AAFF9-B76B-8C32-4EB6-80F5C9EC32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BE7A7E1-5B2D-32F4-E44C-DDF220D456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80142-AA6A-4817-A90F-91D890969B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88115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586B02A-2DAE-E0AC-1067-26BAC71070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E927338-E932-0362-8C62-13E754CB41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0859E30-FEFE-01EE-15EC-67CB20296E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8FE92-352A-4F29-A53E-D4449191C064}" type="datetimeFigureOut">
              <a:rPr lang="ko-KR" altLang="en-US" smtClean="0"/>
              <a:t>2026-09-27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ABBD0FB-6DA8-C53E-DA1C-105D3837E7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5A96275-0BE9-1CD9-FABC-8C6B6DD459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80142-AA6A-4817-A90F-91D890969B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28249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9D8228-0E49-7128-D7EC-7DA6A7B237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FB58350-2E6A-B863-0651-E4EE81A05A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B3837D1-C14E-A3BF-FB43-02E96F3CE8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8FE92-352A-4F29-A53E-D4449191C064}" type="datetimeFigureOut">
              <a:rPr lang="ko-KR" altLang="en-US" smtClean="0"/>
              <a:t>2026-09-27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1558F2D-981C-CBB4-2CAF-E6D6BCEDD0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3A9F0E9-AAF5-C054-5252-D299811CBE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80142-AA6A-4817-A90F-91D890969B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53095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D7A8D9-17AD-5DBC-4BBB-0B08DE9622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7835F8-B251-924C-AADC-8121217FA48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92B0F5A-D9D2-EDD2-207C-3E967C14D8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ABEEDE8-6736-5674-ACB9-4A75B3D138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8FE92-352A-4F29-A53E-D4449191C064}" type="datetimeFigureOut">
              <a:rPr lang="ko-KR" altLang="en-US" smtClean="0"/>
              <a:t>2026-09-27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382F2DA-52BB-97ED-D8A1-D1B3A90BD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F8778D5-8B2A-74BF-E1B5-BB5ABA007E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80142-AA6A-4817-A90F-91D890969B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937025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F56E4D2-F8E7-8FCC-95E9-22CFCF7AB1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B9911FE-DDE0-CBF8-1E73-16A3014246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82B67FF-E13D-ADB0-F8B6-E1A19170E7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62C55E5-E626-0659-5C04-2D0A28611C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C59D7508-ACD9-AE72-F3AB-DB3E90BBA86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1D3AB0E9-77FE-8691-DB9D-26060BEE20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8FE92-352A-4F29-A53E-D4449191C064}" type="datetimeFigureOut">
              <a:rPr lang="ko-KR" altLang="en-US" smtClean="0"/>
              <a:t>2026-09-27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031382C1-C672-E61D-30B6-F30BD006C1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6BE4B152-12D1-3EB0-4498-03B6071C7A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80142-AA6A-4817-A90F-91D890969B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57371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CCB74AA-7B91-2057-7394-FE988A8145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32A4007D-6C88-B9F5-8B59-5CFBF41A52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8FE92-352A-4F29-A53E-D4449191C064}" type="datetimeFigureOut">
              <a:rPr lang="ko-KR" altLang="en-US" smtClean="0"/>
              <a:t>2026-09-27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EDE9C1D-F693-DBCB-E4A6-68837FA7F2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F4D092C-42BE-B3F9-5F98-5BC6CCB778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80142-AA6A-4817-A90F-91D890969B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129818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9D1DC483-98DA-88F8-7B23-199841BD63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8FE92-352A-4F29-A53E-D4449191C064}" type="datetimeFigureOut">
              <a:rPr lang="ko-KR" altLang="en-US" smtClean="0"/>
              <a:t>2026-09-27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3BE06BC2-2EEC-6FF1-E07D-43F44AB05C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744585D-6E5E-F460-E403-D032EF1170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80142-AA6A-4817-A90F-91D890969B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517138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9C80EDC-D9D4-960F-7091-82FF32103B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D57F31F-F210-0744-0FA1-09B0E43459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73080F1-AD93-590C-A590-001DD6671B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D6A8E22-9487-DA51-BEF7-FB8F5A1F0B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8FE92-352A-4F29-A53E-D4449191C064}" type="datetimeFigureOut">
              <a:rPr lang="ko-KR" altLang="en-US" smtClean="0"/>
              <a:t>2026-09-27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E39A020-CBC3-505E-CBDC-0409FC483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0FA3715-D674-377A-9BA8-67A9E12F54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80142-AA6A-4817-A90F-91D890969B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270004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5B58F12-29EB-F41C-1513-F524F08E88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EE82C441-865F-0E42-7D09-7860E3D0437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9577BFC-365E-42D7-2C8B-968687DDFE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C5AEBAC-CC3B-3386-EAE3-2D818B08B6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8FE92-352A-4F29-A53E-D4449191C064}" type="datetimeFigureOut">
              <a:rPr lang="ko-KR" altLang="en-US" smtClean="0"/>
              <a:t>2026-09-27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6AE3648-363D-4417-1EC7-65CB2C10D8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5EBECFD-49CA-B893-1A06-D69C640EC9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80142-AA6A-4817-A90F-91D890969B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035314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F0C2656-E625-99C2-F2E2-2FF254CAF0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D782344-B9D8-2FEC-94CF-FF00FC316C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62C56C5-22AD-F430-50C2-A712C64FE1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8FE92-352A-4F29-A53E-D4449191C064}" type="datetimeFigureOut">
              <a:rPr lang="ko-KR" altLang="en-US" smtClean="0"/>
              <a:t>2026-09-27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993C636-FA0A-BC4E-185D-6F3056A621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28F9C65-62AB-8FDC-98D6-0BA962F99B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80142-AA6A-4817-A90F-91D890969B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224921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FBFF7DF2-6C50-3E4B-ECFC-5F9818CEDE5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6AE8128-8303-C88B-5CA9-B01D16904B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C6FE658-CE2C-7975-94B1-F3E15D04D1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8FE92-352A-4F29-A53E-D4449191C064}" type="datetimeFigureOut">
              <a:rPr lang="ko-KR" altLang="en-US" smtClean="0"/>
              <a:t>2026-09-27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6E22294-2DAB-575C-3476-26D38BC24E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BEF04C0-FE4E-F230-EEDF-297FAC5755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80142-AA6A-4817-A90F-91D890969B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206289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0C0FC171-9CBC-FDC4-EB59-F0596EA7DB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B25F3C3-56FB-6C04-EDE6-5BA619CB83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A77CE51-75E5-6A01-116E-2CC1F2BE719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028FE92-352A-4F29-A53E-D4449191C064}" type="datetimeFigureOut">
              <a:rPr lang="ko-KR" altLang="en-US" smtClean="0"/>
              <a:t>2026-09-27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14CC3C8-1CA8-AEC6-0618-BDD6FC5AD11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B083776-1A58-B3CE-9766-4C5DD2F7E7C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1F80142-AA6A-4817-A90F-91D890969B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755057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11F4409-80D8-A8D3-AD17-3A02DEA8264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/>
              <a:t>강화학습 </a:t>
            </a:r>
            <a:r>
              <a:rPr lang="en-US" altLang="ko-KR" dirty="0"/>
              <a:t>3</a:t>
            </a:r>
            <a:r>
              <a:rPr lang="ko-KR" altLang="en-US" dirty="0"/>
              <a:t>주차 과제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A7C472A-6CCF-5C71-FC43-395DC3CD2AA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 altLang="en-US"/>
              <a:t>지능로봇공학과 </a:t>
            </a:r>
            <a:r>
              <a:rPr lang="en-US" altLang="ko-KR" dirty="0"/>
              <a:t>2023042028 </a:t>
            </a:r>
            <a:r>
              <a:rPr lang="ko-KR" altLang="en-US" dirty="0" err="1"/>
              <a:t>권택주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79435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B9D9EA-0813-88A7-BA4D-27033C2369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목차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1D6F030-CEE2-BB64-9323-60BFA127EE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과제 정의</a:t>
            </a:r>
            <a:endParaRPr lang="en-US" altLang="ko-KR" dirty="0"/>
          </a:p>
          <a:p>
            <a:r>
              <a:rPr lang="ko-KR" altLang="en-US" dirty="0"/>
              <a:t>과제 풀이</a:t>
            </a:r>
            <a:endParaRPr lang="en-US" altLang="ko-KR" dirty="0"/>
          </a:p>
          <a:p>
            <a:r>
              <a:rPr lang="ko-KR" altLang="en-US" dirty="0"/>
              <a:t>과제 결과</a:t>
            </a:r>
          </a:p>
        </p:txBody>
      </p:sp>
    </p:spTree>
    <p:extLst>
      <p:ext uri="{BB962C8B-B14F-4D97-AF65-F5344CB8AC3E}">
        <p14:creationId xmlns:p14="http://schemas.microsoft.com/office/powerpoint/2010/main" val="16376629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C026936-523C-EB70-5421-DE6283BF4D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과제 정의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E4EA48B-AA8B-E0DD-1D5F-1EB66F8288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826457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51DCD39-2606-DD7C-819E-B0EF0C8F06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과제 풀이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6804177-A89B-4823-D9B6-7A7A2A657E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81603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C9AF696-60D7-88CF-A0DC-ECFA2CE767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과제 결과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E2F52BC-65CA-5572-942A-0ADF0C94E3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83749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20</Words>
  <Application>Microsoft Office PowerPoint</Application>
  <PresentationFormat>와이드스크린</PresentationFormat>
  <Paragraphs>9</Paragraphs>
  <Slides>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8" baseType="lpstr">
      <vt:lpstr>맑은 고딕</vt:lpstr>
      <vt:lpstr>Arial</vt:lpstr>
      <vt:lpstr>Office 테마</vt:lpstr>
      <vt:lpstr>강화학습 3주차 과제</vt:lpstr>
      <vt:lpstr>목차</vt:lpstr>
      <vt:lpstr>과제 정의</vt:lpstr>
      <vt:lpstr>과제 풀이</vt:lpstr>
      <vt:lpstr>과제 결과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택주 권</dc:creator>
  <cp:lastModifiedBy>택주 권</cp:lastModifiedBy>
  <cp:revision>2</cp:revision>
  <dcterms:created xsi:type="dcterms:W3CDTF">2026-09-27T11:02:39Z</dcterms:created>
  <dcterms:modified xsi:type="dcterms:W3CDTF">2026-09-27T11:06:53Z</dcterms:modified>
</cp:coreProperties>
</file>