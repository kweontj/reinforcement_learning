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4" r:id="rId7"/>
    <p:sldId id="263" r:id="rId8"/>
    <p:sldId id="262" r:id="rId9"/>
    <p:sldId id="265" r:id="rId10"/>
    <p:sldId id="26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54" d="100"/>
          <a:sy n="54" d="100"/>
        </p:scale>
        <p:origin x="65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택주 권" userId="ccd56deedaff4490" providerId="LiveId" clId="{33596BE3-6062-4513-8562-FC03A924889F}"/>
    <pc:docChg chg="undo custSel addSld delSld modSld modMainMaster">
      <pc:chgData name="택주 권" userId="ccd56deedaff4490" providerId="LiveId" clId="{33596BE3-6062-4513-8562-FC03A924889F}" dt="2026-09-27T13:33:09.270" v="3045" actId="113"/>
      <pc:docMkLst>
        <pc:docMk/>
      </pc:docMkLst>
      <pc:sldChg chg="modSp mod">
        <pc:chgData name="택주 권" userId="ccd56deedaff4490" providerId="LiveId" clId="{33596BE3-6062-4513-8562-FC03A924889F}" dt="2026-09-27T11:35:09.121" v="1348" actId="404"/>
        <pc:sldMkLst>
          <pc:docMk/>
          <pc:sldMk cId="57943583" sldId="256"/>
        </pc:sldMkLst>
        <pc:spChg chg="mod">
          <ac:chgData name="택주 권" userId="ccd56deedaff4490" providerId="LiveId" clId="{33596BE3-6062-4513-8562-FC03A924889F}" dt="2026-09-27T11:29:48.188" v="1202" actId="120"/>
          <ac:spMkLst>
            <pc:docMk/>
            <pc:sldMk cId="57943583" sldId="256"/>
            <ac:spMk id="2" creationId="{C11F4409-80D8-A8D3-AD17-3A02DEA82643}"/>
          </ac:spMkLst>
        </pc:spChg>
        <pc:spChg chg="mod">
          <ac:chgData name="택주 권" userId="ccd56deedaff4490" providerId="LiveId" clId="{33596BE3-6062-4513-8562-FC03A924889F}" dt="2026-09-27T11:35:09.121" v="1348" actId="404"/>
          <ac:spMkLst>
            <pc:docMk/>
            <pc:sldMk cId="57943583" sldId="256"/>
            <ac:spMk id="3" creationId="{EA7C472A-6CCF-5C71-FC43-395DC3CD2AAC}"/>
          </ac:spMkLst>
        </pc:spChg>
      </pc:sldChg>
      <pc:sldChg chg="modSp new mod">
        <pc:chgData name="택주 권" userId="ccd56deedaff4490" providerId="LiveId" clId="{33596BE3-6062-4513-8562-FC03A924889F}" dt="2026-09-27T11:10:34.542" v="315" actId="113"/>
        <pc:sldMkLst>
          <pc:docMk/>
          <pc:sldMk cId="1637662937" sldId="257"/>
        </pc:sldMkLst>
        <pc:spChg chg="mod">
          <ac:chgData name="택주 권" userId="ccd56deedaff4490" providerId="LiveId" clId="{33596BE3-6062-4513-8562-FC03A924889F}" dt="2026-09-27T11:05:05.731" v="103" actId="20577"/>
          <ac:spMkLst>
            <pc:docMk/>
            <pc:sldMk cId="1637662937" sldId="257"/>
            <ac:spMk id="2" creationId="{CBB9D9EA-0813-88A7-BA4D-27033C236949}"/>
          </ac:spMkLst>
        </pc:spChg>
        <pc:spChg chg="mod">
          <ac:chgData name="택주 권" userId="ccd56deedaff4490" providerId="LiveId" clId="{33596BE3-6062-4513-8562-FC03A924889F}" dt="2026-09-27T11:10:34.542" v="315" actId="113"/>
          <ac:spMkLst>
            <pc:docMk/>
            <pc:sldMk cId="1637662937" sldId="257"/>
            <ac:spMk id="3" creationId="{21D6F030-CEE2-BB64-9323-60BFA127EEAD}"/>
          </ac:spMkLst>
        </pc:spChg>
      </pc:sldChg>
      <pc:sldChg chg="modSp new mod">
        <pc:chgData name="택주 권" userId="ccd56deedaff4490" providerId="LiveId" clId="{33596BE3-6062-4513-8562-FC03A924889F}" dt="2026-09-27T13:22:43.087" v="1932" actId="20577"/>
        <pc:sldMkLst>
          <pc:docMk/>
          <pc:sldMk cId="3064923119" sldId="258"/>
        </pc:sldMkLst>
        <pc:spChg chg="mod">
          <ac:chgData name="택주 권" userId="ccd56deedaff4490" providerId="LiveId" clId="{33596BE3-6062-4513-8562-FC03A924889F}" dt="2026-09-27T11:07:23.066" v="237" actId="20577"/>
          <ac:spMkLst>
            <pc:docMk/>
            <pc:sldMk cId="3064923119" sldId="258"/>
            <ac:spMk id="2" creationId="{E4727BBC-72BE-06DC-75C8-8FAC63FEC32B}"/>
          </ac:spMkLst>
        </pc:spChg>
        <pc:spChg chg="mod">
          <ac:chgData name="택주 권" userId="ccd56deedaff4490" providerId="LiveId" clId="{33596BE3-6062-4513-8562-FC03A924889F}" dt="2026-09-27T13:22:43.087" v="193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modSp new mod">
        <pc:chgData name="택주 권" userId="ccd56deedaff4490" providerId="LiveId" clId="{33596BE3-6062-4513-8562-FC03A924889F}" dt="2026-09-27T13:31:46.819" v="2662" actId="1076"/>
        <pc:sldMkLst>
          <pc:docMk/>
          <pc:sldMk cId="2852760341" sldId="259"/>
        </pc:sldMkLst>
        <pc:spChg chg="mod">
          <ac:chgData name="택주 권" userId="ccd56deedaff4490" providerId="LiveId" clId="{33596BE3-6062-4513-8562-FC03A924889F}" dt="2026-09-27T11:07:26.490" v="252" actId="20577"/>
          <ac:spMkLst>
            <pc:docMk/>
            <pc:sldMk cId="2852760341" sldId="259"/>
            <ac:spMk id="2" creationId="{05F47E05-2409-F2F5-E759-8FF54D92678B}"/>
          </ac:spMkLst>
        </pc:spChg>
        <pc:spChg chg="mod">
          <ac:chgData name="택주 권" userId="ccd56deedaff4490" providerId="LiveId" clId="{33596BE3-6062-4513-8562-FC03A924889F}" dt="2026-09-27T13:21:30.239" v="1922" actId="113"/>
          <ac:spMkLst>
            <pc:docMk/>
            <pc:sldMk cId="2852760341" sldId="259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31:46.819" v="2662" actId="1076"/>
          <ac:spMkLst>
            <pc:docMk/>
            <pc:sldMk cId="2852760341" sldId="259"/>
            <ac:spMk id="6" creationId="{05099392-6312-F2D7-3E80-B52EF6F32F5B}"/>
          </ac:spMkLst>
        </pc:spChg>
        <pc:picChg chg="add mod modCrop">
          <ac:chgData name="택주 권" userId="ccd56deedaff4490" providerId="LiveId" clId="{33596BE3-6062-4513-8562-FC03A924889F}" dt="2026-09-27T13:31:42.302" v="2661" actId="1076"/>
          <ac:picMkLst>
            <pc:docMk/>
            <pc:sldMk cId="2852760341" sldId="259"/>
            <ac:picMk id="5" creationId="{8CE419C0-8CC9-0845-B960-4076424A8DFA}"/>
          </ac:picMkLst>
        </pc:picChg>
      </pc:sldChg>
      <pc:sldChg chg="modSp new mod">
        <pc:chgData name="택주 권" userId="ccd56deedaff4490" providerId="LiveId" clId="{33596BE3-6062-4513-8562-FC03A924889F}" dt="2026-09-27T13:33:09.270" v="3045" actId="113"/>
        <pc:sldMkLst>
          <pc:docMk/>
          <pc:sldMk cId="2170711995" sldId="260"/>
        </pc:sldMkLst>
        <pc:spChg chg="mod">
          <ac:chgData name="택주 권" userId="ccd56deedaff4490" providerId="LiveId" clId="{33596BE3-6062-4513-8562-FC03A924889F}" dt="2026-09-27T11:07:18.661" v="221" actId="20577"/>
          <ac:spMkLst>
            <pc:docMk/>
            <pc:sldMk cId="2170711995" sldId="260"/>
            <ac:spMk id="2" creationId="{4F5A8108-ED05-C8B3-538C-B61C977CDB8A}"/>
          </ac:spMkLst>
        </pc:spChg>
        <pc:spChg chg="mod">
          <ac:chgData name="택주 권" userId="ccd56deedaff4490" providerId="LiveId" clId="{33596BE3-6062-4513-8562-FC03A924889F}" dt="2026-09-27T13:33:09.270" v="3045" actId="113"/>
          <ac:spMkLst>
            <pc:docMk/>
            <pc:sldMk cId="2170711995" sldId="260"/>
            <ac:spMk id="3" creationId="{E7C4356A-B9C5-EDE9-1DDC-9DA3BC6B9B9A}"/>
          </ac:spMkLst>
        </pc:spChg>
      </pc:sldChg>
      <pc:sldChg chg="modSp new mod">
        <pc:chgData name="택주 권" userId="ccd56deedaff4490" providerId="LiveId" clId="{33596BE3-6062-4513-8562-FC03A924889F}" dt="2026-09-27T11:27:55.809" v="1198" actId="5793"/>
        <pc:sldMkLst>
          <pc:docMk/>
          <pc:sldMk cId="2935767000" sldId="261"/>
        </pc:sldMkLst>
        <pc:spChg chg="mod">
          <ac:chgData name="택주 권" userId="ccd56deedaff4490" providerId="LiveId" clId="{33596BE3-6062-4513-8562-FC03A924889F}" dt="2026-09-27T11:14:27.165" v="369" actId="20577"/>
          <ac:spMkLst>
            <pc:docMk/>
            <pc:sldMk cId="2935767000" sldId="261"/>
            <ac:spMk id="2" creationId="{2CD1B300-B89E-D7A0-0333-AD1C2C841001}"/>
          </ac:spMkLst>
        </pc:spChg>
        <pc:spChg chg="mod">
          <ac:chgData name="택주 권" userId="ccd56deedaff4490" providerId="LiveId" clId="{33596BE3-6062-4513-8562-FC03A924889F}" dt="2026-09-27T11:27:55.809" v="1198" actId="5793"/>
          <ac:spMkLst>
            <pc:docMk/>
            <pc:sldMk cId="2935767000" sldId="261"/>
            <ac:spMk id="3" creationId="{B95F481C-75DC-6416-BC10-C4B5AF5EE4A9}"/>
          </ac:spMkLst>
        </pc:spChg>
      </pc:sldChg>
      <pc:sldChg chg="addSp modSp add mod">
        <pc:chgData name="택주 권" userId="ccd56deedaff4490" providerId="LiveId" clId="{33596BE3-6062-4513-8562-FC03A924889F}" dt="2026-09-27T13:27:35.475" v="2283" actId="2710"/>
        <pc:sldMkLst>
          <pc:docMk/>
          <pc:sldMk cId="958500949" sldId="262"/>
        </pc:sldMkLst>
        <pc:spChg chg="mod">
          <ac:chgData name="택주 권" userId="ccd56deedaff4490" providerId="LiveId" clId="{33596BE3-6062-4513-8562-FC03A924889F}" dt="2026-09-27T13:21:34.269" v="1923" actId="113"/>
          <ac:spMkLst>
            <pc:docMk/>
            <pc:sldMk cId="958500949" sldId="262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27:35.475" v="2283" actId="2710"/>
          <ac:spMkLst>
            <pc:docMk/>
            <pc:sldMk cId="958500949" sldId="262"/>
            <ac:spMk id="6" creationId="{C9218541-1609-8A56-DDBF-FEC5EFDFC08A}"/>
          </ac:spMkLst>
        </pc:spChg>
        <pc:picChg chg="add mod modCrop">
          <ac:chgData name="택주 권" userId="ccd56deedaff4490" providerId="LiveId" clId="{33596BE3-6062-4513-8562-FC03A924889F}" dt="2026-09-27T13:21:58.818" v="1928" actId="1076"/>
          <ac:picMkLst>
            <pc:docMk/>
            <pc:sldMk cId="958500949" sldId="262"/>
            <ac:picMk id="5" creationId="{6DA936DE-EDEF-786C-4539-63219FD4EB27}"/>
          </ac:picMkLst>
        </pc:picChg>
      </pc:sldChg>
      <pc:sldChg chg="new del">
        <pc:chgData name="택주 권" userId="ccd56deedaff4490" providerId="LiveId" clId="{33596BE3-6062-4513-8562-FC03A924889F}" dt="2026-09-27T11:14:41.154" v="389" actId="680"/>
        <pc:sldMkLst>
          <pc:docMk/>
          <pc:sldMk cId="4045975856" sldId="262"/>
        </pc:sldMkLst>
      </pc:sldChg>
      <pc:sldChg chg="addSp delSp modSp add mod">
        <pc:chgData name="택주 권" userId="ccd56deedaff4490" providerId="LiveId" clId="{33596BE3-6062-4513-8562-FC03A924889F}" dt="2026-09-27T13:17:04.694" v="1919" actId="1076"/>
        <pc:sldMkLst>
          <pc:docMk/>
          <pc:sldMk cId="2976407003" sldId="263"/>
        </pc:sldMkLst>
        <pc:spChg chg="mod">
          <ac:chgData name="택주 권" userId="ccd56deedaff4490" providerId="LiveId" clId="{33596BE3-6062-4513-8562-FC03A924889F}" dt="2026-09-27T13:15:17.431" v="1888" actId="20577"/>
          <ac:spMkLst>
            <pc:docMk/>
            <pc:sldMk cId="2976407003" sldId="263"/>
            <ac:spMk id="3" creationId="{5852B724-E47B-9C14-9E1F-E5FE5A5B6B63}"/>
          </ac:spMkLst>
        </pc:spChg>
        <pc:spChg chg="add del mod">
          <ac:chgData name="택주 권" userId="ccd56deedaff4490" providerId="LiveId" clId="{33596BE3-6062-4513-8562-FC03A924889F}" dt="2026-09-27T12:41:09.159" v="1362"/>
          <ac:spMkLst>
            <pc:docMk/>
            <pc:sldMk cId="2976407003" sldId="263"/>
            <ac:spMk id="6" creationId="{25B45A30-C99E-0483-DB3E-19A57A6F1C34}"/>
          </ac:spMkLst>
        </pc:spChg>
        <pc:spChg chg="add del mod">
          <ac:chgData name="택주 권" userId="ccd56deedaff4490" providerId="LiveId" clId="{33596BE3-6062-4513-8562-FC03A924889F}" dt="2026-09-27T12:41:21.070" v="1370" actId="478"/>
          <ac:spMkLst>
            <pc:docMk/>
            <pc:sldMk cId="2976407003" sldId="263"/>
            <ac:spMk id="7" creationId="{5DE21157-5016-D3E9-7319-1F50AD2E71F7}"/>
          </ac:spMkLst>
        </pc:spChg>
        <pc:spChg chg="add del mod">
          <ac:chgData name="택주 권" userId="ccd56deedaff4490" providerId="LiveId" clId="{33596BE3-6062-4513-8562-FC03A924889F}" dt="2026-09-27T12:51:10.171" v="1859" actId="478"/>
          <ac:spMkLst>
            <pc:docMk/>
            <pc:sldMk cId="2976407003" sldId="263"/>
            <ac:spMk id="8" creationId="{7FB3D811-A1F2-165A-21C8-5D0BCDDCC6EE}"/>
          </ac:spMkLst>
        </pc:spChg>
        <pc:spChg chg="add mod">
          <ac:chgData name="택주 권" userId="ccd56deedaff4490" providerId="LiveId" clId="{33596BE3-6062-4513-8562-FC03A924889F}" dt="2026-09-27T13:17:04.694" v="1919" actId="1076"/>
          <ac:spMkLst>
            <pc:docMk/>
            <pc:sldMk cId="2976407003" sldId="263"/>
            <ac:spMk id="9" creationId="{FFA5D79F-58F2-3249-246A-0803911D727D}"/>
          </ac:spMkLst>
        </pc:spChg>
        <pc:picChg chg="add mod modCrop">
          <ac:chgData name="택주 권" userId="ccd56deedaff4490" providerId="LiveId" clId="{33596BE3-6062-4513-8562-FC03A924889F}" dt="2026-09-27T12:48:03.490" v="1669" actId="1038"/>
          <ac:picMkLst>
            <pc:docMk/>
            <pc:sldMk cId="2976407003" sldId="263"/>
            <ac:picMk id="5" creationId="{0BF66237-FE10-D046-B7AC-DA44479D94F5}"/>
          </ac:picMkLst>
        </pc:picChg>
      </pc:sldChg>
      <pc:sldChg chg="new del">
        <pc:chgData name="택주 권" userId="ccd56deedaff4490" providerId="LiveId" clId="{33596BE3-6062-4513-8562-FC03A924889F}" dt="2026-09-27T11:14:40.949" v="388" actId="680"/>
        <pc:sldMkLst>
          <pc:docMk/>
          <pc:sldMk cId="4237870664" sldId="263"/>
        </pc:sldMkLst>
      </pc:sldChg>
      <pc:sldMasterChg chg="modSldLayout">
        <pc:chgData name="택주 권" userId="ccd56deedaff4490" providerId="LiveId" clId="{33596BE3-6062-4513-8562-FC03A924889F}" dt="2026-09-27T11:13:04.904" v="319" actId="2711"/>
        <pc:sldMasterMkLst>
          <pc:docMk/>
          <pc:sldMasterMk cId="3875505721" sldId="2147483648"/>
        </pc:sldMasterMkLst>
        <pc:sldLayoutChg chg="addSp modSp mod">
          <pc:chgData name="택주 권" userId="ccd56deedaff4490" providerId="LiveId" clId="{33596BE3-6062-4513-8562-FC03A924889F}" dt="2026-09-27T11:12:23.728" v="317" actId="1076"/>
          <pc:sldLayoutMkLst>
            <pc:docMk/>
            <pc:sldMasterMk cId="3875505721" sldId="2147483648"/>
            <pc:sldLayoutMk cId="2028811568" sldId="2147483649"/>
          </pc:sldLayoutMkLst>
          <pc:picChg chg="add mod">
            <ac:chgData name="택주 권" userId="ccd56deedaff4490" providerId="LiveId" clId="{33596BE3-6062-4513-8562-FC03A924889F}" dt="2026-09-27T11:12:23.728" v="317" actId="1076"/>
            <ac:picMkLst>
              <pc:docMk/>
              <pc:sldMasterMk cId="3875505721" sldId="2147483648"/>
              <pc:sldLayoutMk cId="2028811568" sldId="2147483649"/>
              <ac:picMk id="8" creationId="{FDB723CB-F996-BE06-6E7E-A5359440E56E}"/>
            </ac:picMkLst>
          </pc:picChg>
        </pc:sldLayoutChg>
        <pc:sldLayoutChg chg="addSp modSp">
          <pc:chgData name="택주 권" userId="ccd56deedaff4490" providerId="LiveId" clId="{33596BE3-6062-4513-8562-FC03A924889F}" dt="2026-09-27T11:13:04.904" v="319" actId="2711"/>
          <pc:sldLayoutMkLst>
            <pc:docMk/>
            <pc:sldMasterMk cId="3875505721" sldId="2147483648"/>
            <pc:sldLayoutMk cId="3592824956" sldId="2147483650"/>
          </pc:sldLayoutMkLst>
          <pc:spChg chg="mod">
            <ac:chgData name="택주 권" userId="ccd56deedaff4490" providerId="LiveId" clId="{33596BE3-6062-4513-8562-FC03A924889F}" dt="2026-09-27T11:13:04.904" v="319" actId="2711"/>
            <ac:spMkLst>
              <pc:docMk/>
              <pc:sldMasterMk cId="3875505721" sldId="2147483648"/>
              <pc:sldLayoutMk cId="3592824956" sldId="2147483650"/>
              <ac:spMk id="2" creationId="{D586B02A-2DAE-E0AC-1067-26BAC710708C}"/>
            </ac:spMkLst>
          </pc:spChg>
          <pc:picChg chg="add mod">
            <ac:chgData name="택주 권" userId="ccd56deedaff4490" providerId="LiveId" clId="{33596BE3-6062-4513-8562-FC03A924889F}" dt="2026-09-27T11:12:32.512" v="318"/>
            <ac:picMkLst>
              <pc:docMk/>
              <pc:sldMasterMk cId="3875505721" sldId="2147483648"/>
              <pc:sldLayoutMk cId="3592824956" sldId="2147483650"/>
              <ac:picMk id="7" creationId="{0F6B0421-3812-7CF2-876A-F29E008B7EE1}"/>
            </ac:picMkLst>
          </pc:picChg>
        </pc:sldLayoutChg>
      </pc:sldMasterChg>
    </pc:docChg>
  </pc:docChgLst>
  <pc:docChgLst>
    <pc:chgData name="택주 권" userId="ccd56deedaff4490" providerId="LiveId" clId="{6C8B6A69-2F54-4650-843C-32FD1FAF88B5}"/>
    <pc:docChg chg="undo redo custSel addSld delSld modSld sldOrd">
      <pc:chgData name="택주 권" userId="ccd56deedaff4490" providerId="LiveId" clId="{6C8B6A69-2F54-4650-843C-32FD1FAF88B5}" dt="2026-10-03T07:08:08.465" v="4439" actId="20577"/>
      <pc:docMkLst>
        <pc:docMk/>
      </pc:docMkLst>
      <pc:sldChg chg="modSp mod">
        <pc:chgData name="택주 권" userId="ccd56deedaff4490" providerId="LiveId" clId="{6C8B6A69-2F54-4650-843C-32FD1FAF88B5}" dt="2026-09-28T13:51:06.883" v="1" actId="20577"/>
        <pc:sldMkLst>
          <pc:docMk/>
          <pc:sldMk cId="57943583" sldId="256"/>
        </pc:sldMkLst>
        <pc:spChg chg="mod">
          <ac:chgData name="택주 권" userId="ccd56deedaff4490" providerId="LiveId" clId="{6C8B6A69-2F54-4650-843C-32FD1FAF88B5}" dt="2026-09-28T13:51:06.883" v="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6C8B6A69-2F54-4650-843C-32FD1FAF88B5}" dt="2026-09-28T13:53:25.884" v="100" actId="20577"/>
        <pc:sldMkLst>
          <pc:docMk/>
          <pc:sldMk cId="1637662937" sldId="257"/>
        </pc:sldMkLst>
        <pc:spChg chg="mod">
          <ac:chgData name="택주 권" userId="ccd56deedaff4490" providerId="LiveId" clId="{6C8B6A69-2F54-4650-843C-32FD1FAF88B5}" dt="2026-09-28T13:53:25.884" v="100" actId="20577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6C8B6A69-2F54-4650-843C-32FD1FAF88B5}" dt="2026-09-28T14:48:50.996" v="833"/>
        <pc:sldMkLst>
          <pc:docMk/>
          <pc:sldMk cId="3064923119" sldId="258"/>
        </pc:sldMkLst>
        <pc:spChg chg="mod">
          <ac:chgData name="택주 권" userId="ccd56deedaff4490" providerId="LiveId" clId="{6C8B6A69-2F54-4650-843C-32FD1FAF88B5}" dt="2026-09-28T14:48:50.996" v="833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6C8B6A69-2F54-4650-843C-32FD1FAF88B5}" dt="2026-09-28T17:07:53.100" v="1759" actId="14100"/>
        <pc:sldMkLst>
          <pc:docMk/>
          <pc:sldMk cId="2852760341" sldId="259"/>
        </pc:sldMkLst>
        <pc:spChg chg="mod">
          <ac:chgData name="택주 권" userId="ccd56deedaff4490" providerId="LiveId" clId="{6C8B6A69-2F54-4650-843C-32FD1FAF88B5}" dt="2026-09-28T14:39:47.058" v="119" actId="20577"/>
          <ac:spMkLst>
            <pc:docMk/>
            <pc:sldMk cId="2852760341" sldId="259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50.879" v="179" actId="478"/>
          <ac:spMkLst>
            <pc:docMk/>
            <pc:sldMk cId="2852760341" sldId="259"/>
            <ac:spMk id="6" creationId="{05099392-6312-F2D7-3E80-B52EF6F32F5B}"/>
          </ac:spMkLst>
        </pc:spChg>
        <pc:spChg chg="add mod">
          <ac:chgData name="택주 권" userId="ccd56deedaff4490" providerId="LiveId" clId="{6C8B6A69-2F54-4650-843C-32FD1FAF88B5}" dt="2026-09-28T17:07:53.100" v="1759" actId="14100"/>
          <ac:spMkLst>
            <pc:docMk/>
            <pc:sldMk cId="2852760341" sldId="259"/>
            <ac:spMk id="6" creationId="{D906B765-A7EE-637B-4848-B8E18AF939CC}"/>
          </ac:spMkLst>
        </pc:spChg>
        <pc:picChg chg="del">
          <ac:chgData name="택주 권" userId="ccd56deedaff4490" providerId="LiveId" clId="{6C8B6A69-2F54-4650-843C-32FD1FAF88B5}" dt="2026-09-28T14:40:40.112" v="176" actId="478"/>
          <ac:picMkLst>
            <pc:docMk/>
            <pc:sldMk cId="2852760341" sldId="259"/>
            <ac:picMk id="5" creationId="{8CE419C0-8CC9-0845-B960-4076424A8DFA}"/>
          </ac:picMkLst>
        </pc:picChg>
        <pc:picChg chg="add mod modCrop">
          <ac:chgData name="택주 권" userId="ccd56deedaff4490" providerId="LiveId" clId="{6C8B6A69-2F54-4650-843C-32FD1FAF88B5}" dt="2026-09-28T17:07:37.137" v="1756" actId="1076"/>
          <ac:picMkLst>
            <pc:docMk/>
            <pc:sldMk cId="2852760341" sldId="259"/>
            <ac:picMk id="5" creationId="{9E598406-DF18-64EA-E10B-27E790E4EAAA}"/>
          </ac:picMkLst>
        </pc:picChg>
      </pc:sldChg>
      <pc:sldChg chg="modSp mod">
        <pc:chgData name="택주 권" userId="ccd56deedaff4490" providerId="LiveId" clId="{6C8B6A69-2F54-4650-843C-32FD1FAF88B5}" dt="2026-10-03T07:08:08.465" v="4439" actId="20577"/>
        <pc:sldMkLst>
          <pc:docMk/>
          <pc:sldMk cId="2170711995" sldId="260"/>
        </pc:sldMkLst>
        <pc:spChg chg="mod">
          <ac:chgData name="택주 권" userId="ccd56deedaff4490" providerId="LiveId" clId="{6C8B6A69-2F54-4650-843C-32FD1FAF88B5}" dt="2026-10-03T07:08:08.465" v="4439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modSp mod">
        <pc:chgData name="택주 권" userId="ccd56deedaff4490" providerId="LiveId" clId="{6C8B6A69-2F54-4650-843C-32FD1FAF88B5}" dt="2026-09-28T14:57:44.340" v="1291" actId="20577"/>
        <pc:sldMkLst>
          <pc:docMk/>
          <pc:sldMk cId="2935767000" sldId="261"/>
        </pc:sldMkLst>
        <pc:spChg chg="mod">
          <ac:chgData name="택주 권" userId="ccd56deedaff4490" providerId="LiveId" clId="{6C8B6A69-2F54-4650-843C-32FD1FAF88B5}" dt="2026-09-28T14:57:44.340" v="1291" actId="20577"/>
          <ac:spMkLst>
            <pc:docMk/>
            <pc:sldMk cId="2935767000" sldId="261"/>
            <ac:spMk id="3" creationId="{B95F481C-75DC-6416-BC10-C4B5AF5EE4A9}"/>
          </ac:spMkLst>
        </pc:spChg>
      </pc:sldChg>
      <pc:sldChg chg="addSp delSp modSp add del mod ord">
        <pc:chgData name="택주 권" userId="ccd56deedaff4490" providerId="LiveId" clId="{6C8B6A69-2F54-4650-843C-32FD1FAF88B5}" dt="2026-10-03T06:54:19.636" v="3291" actId="20577"/>
        <pc:sldMkLst>
          <pc:docMk/>
          <pc:sldMk cId="958500949" sldId="262"/>
        </pc:sldMkLst>
        <pc:spChg chg="mod">
          <ac:chgData name="택주 권" userId="ccd56deedaff4490" providerId="LiveId" clId="{6C8B6A69-2F54-4650-843C-32FD1FAF88B5}" dt="2026-10-03T06:54:19.636" v="3291" actId="20577"/>
          <ac:spMkLst>
            <pc:docMk/>
            <pc:sldMk cId="958500949" sldId="262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6.216" v="177" actId="478"/>
          <ac:spMkLst>
            <pc:docMk/>
            <pc:sldMk cId="958500949" sldId="262"/>
            <ac:spMk id="6" creationId="{C9218541-1609-8A56-DDBF-FEC5EFDFC08A}"/>
          </ac:spMkLst>
        </pc:spChg>
        <pc:picChg chg="del">
          <ac:chgData name="택주 권" userId="ccd56deedaff4490" providerId="LiveId" clId="{6C8B6A69-2F54-4650-843C-32FD1FAF88B5}" dt="2026-09-28T14:39:57.356" v="121" actId="478"/>
          <ac:picMkLst>
            <pc:docMk/>
            <pc:sldMk cId="958500949" sldId="262"/>
            <ac:picMk id="5" creationId="{6DA936DE-EDEF-786C-4539-63219FD4EB27}"/>
          </ac:picMkLst>
        </pc:picChg>
        <pc:picChg chg="add mod">
          <ac:chgData name="택주 권" userId="ccd56deedaff4490" providerId="LiveId" clId="{6C8B6A69-2F54-4650-843C-32FD1FAF88B5}" dt="2026-10-03T06:47:22.889" v="2867" actId="1076"/>
          <ac:picMkLst>
            <pc:docMk/>
            <pc:sldMk cId="958500949" sldId="262"/>
            <ac:picMk id="5" creationId="{B8D68CBA-797D-849C-EBBB-68BFD4CC94E2}"/>
          </ac:picMkLst>
        </pc:picChg>
      </pc:sldChg>
      <pc:sldChg chg="delSp modSp mod">
        <pc:chgData name="택주 권" userId="ccd56deedaff4490" providerId="LiveId" clId="{6C8B6A69-2F54-4650-843C-32FD1FAF88B5}" dt="2026-10-02T02:20:28.697" v="2811" actId="20577"/>
        <pc:sldMkLst>
          <pc:docMk/>
          <pc:sldMk cId="2976407003" sldId="263"/>
        </pc:sldMkLst>
        <pc:spChg chg="mod">
          <ac:chgData name="택주 권" userId="ccd56deedaff4490" providerId="LiveId" clId="{6C8B6A69-2F54-4650-843C-32FD1FAF88B5}" dt="2026-10-02T02:20:28.697" v="2811" actId="20577"/>
          <ac:spMkLst>
            <pc:docMk/>
            <pc:sldMk cId="2976407003" sldId="263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8.396" v="178" actId="478"/>
          <ac:spMkLst>
            <pc:docMk/>
            <pc:sldMk cId="2976407003" sldId="263"/>
            <ac:spMk id="9" creationId="{FFA5D79F-58F2-3249-246A-0803911D727D}"/>
          </ac:spMkLst>
        </pc:spChg>
        <pc:picChg chg="del">
          <ac:chgData name="택주 권" userId="ccd56deedaff4490" providerId="LiveId" clId="{6C8B6A69-2F54-4650-843C-32FD1FAF88B5}" dt="2026-09-28T14:39:55.360" v="120" actId="478"/>
          <ac:picMkLst>
            <pc:docMk/>
            <pc:sldMk cId="2976407003" sldId="263"/>
            <ac:picMk id="5" creationId="{0BF66237-FE10-D046-B7AC-DA44479D94F5}"/>
          </ac:picMkLst>
        </pc:picChg>
      </pc:sldChg>
      <pc:sldChg chg="addSp delSp modSp add mod ord">
        <pc:chgData name="택주 권" userId="ccd56deedaff4490" providerId="LiveId" clId="{6C8B6A69-2F54-4650-843C-32FD1FAF88B5}" dt="2026-10-02T01:57:53.215" v="1955" actId="20577"/>
        <pc:sldMkLst>
          <pc:docMk/>
          <pc:sldMk cId="2621688620" sldId="264"/>
        </pc:sldMkLst>
        <pc:spChg chg="mod">
          <ac:chgData name="택주 권" userId="ccd56deedaff4490" providerId="LiveId" clId="{6C8B6A69-2F54-4650-843C-32FD1FAF88B5}" dt="2026-10-02T01:57:53.215" v="1955" actId="20577"/>
          <ac:spMkLst>
            <pc:docMk/>
            <pc:sldMk cId="2621688620" sldId="264"/>
            <ac:spMk id="3" creationId="{5852B724-E47B-9C14-9E1F-E5FE5A5B6B63}"/>
          </ac:spMkLst>
        </pc:spChg>
        <pc:graphicFrameChg chg="add mod modGraphic">
          <ac:chgData name="택주 권" userId="ccd56deedaff4490" providerId="LiveId" clId="{6C8B6A69-2F54-4650-843C-32FD1FAF88B5}" dt="2026-10-01T16:49:37.413" v="1879" actId="12612"/>
          <ac:graphicFrameMkLst>
            <pc:docMk/>
            <pc:sldMk cId="2621688620" sldId="264"/>
            <ac:graphicFrameMk id="6" creationId="{DDB34CA9-E18D-4890-03B6-09A0316BA27F}"/>
          </ac:graphicFrameMkLst>
        </pc:graphicFrameChg>
        <pc:picChg chg="add del mod">
          <ac:chgData name="택주 권" userId="ccd56deedaff4490" providerId="LiveId" clId="{6C8B6A69-2F54-4650-843C-32FD1FAF88B5}" dt="2026-10-01T16:45:19.576" v="1769" actId="478"/>
          <ac:picMkLst>
            <pc:docMk/>
            <pc:sldMk cId="2621688620" sldId="264"/>
            <ac:picMk id="5" creationId="{5B83F01D-EC4D-E465-19FC-F3A7C741ACAE}"/>
          </ac:picMkLst>
        </pc:picChg>
        <pc:picChg chg="add del mod">
          <ac:chgData name="택주 권" userId="ccd56deedaff4490" providerId="LiveId" clId="{6C8B6A69-2F54-4650-843C-32FD1FAF88B5}" dt="2026-10-01T16:48:06.700" v="1868" actId="478"/>
          <ac:picMkLst>
            <pc:docMk/>
            <pc:sldMk cId="2621688620" sldId="264"/>
            <ac:picMk id="8" creationId="{3D1574E2-7DD4-AF62-40A8-01FFBDF8AB27}"/>
          </ac:picMkLst>
        </pc:picChg>
        <pc:picChg chg="add mod">
          <ac:chgData name="택주 권" userId="ccd56deedaff4490" providerId="LiveId" clId="{6C8B6A69-2F54-4650-843C-32FD1FAF88B5}" dt="2026-10-01T16:47:42.422" v="1846"/>
          <ac:picMkLst>
            <pc:docMk/>
            <pc:sldMk cId="2621688620" sldId="264"/>
            <ac:picMk id="9" creationId="{59657D6E-5EFC-A3DF-9E35-463B5CFE3DDD}"/>
          </ac:picMkLst>
        </pc:picChg>
        <pc:picChg chg="add del mod">
          <ac:chgData name="택주 권" userId="ccd56deedaff4490" providerId="LiveId" clId="{6C8B6A69-2F54-4650-843C-32FD1FAF88B5}" dt="2026-10-01T16:48:06.170" v="1867" actId="478"/>
          <ac:picMkLst>
            <pc:docMk/>
            <pc:sldMk cId="2621688620" sldId="264"/>
            <ac:picMk id="10" creationId="{833CB2CD-0BEB-E5F4-48D4-90F6FA424A6B}"/>
          </ac:picMkLst>
        </pc:picChg>
        <pc:picChg chg="add del mod">
          <ac:chgData name="택주 권" userId="ccd56deedaff4490" providerId="LiveId" clId="{6C8B6A69-2F54-4650-843C-32FD1FAF88B5}" dt="2026-10-01T16:48:05.660" v="1866" actId="478"/>
          <ac:picMkLst>
            <pc:docMk/>
            <pc:sldMk cId="2621688620" sldId="264"/>
            <ac:picMk id="11" creationId="{EDD4B0F6-2876-F59F-1B19-93D6C08E17D3}"/>
          </ac:picMkLst>
        </pc:picChg>
        <pc:picChg chg="add del mod">
          <ac:chgData name="택주 권" userId="ccd56deedaff4490" providerId="LiveId" clId="{6C8B6A69-2F54-4650-843C-32FD1FAF88B5}" dt="2026-10-01T16:48:05.157" v="1865" actId="478"/>
          <ac:picMkLst>
            <pc:docMk/>
            <pc:sldMk cId="2621688620" sldId="264"/>
            <ac:picMk id="12" creationId="{8D4B83BC-00A6-BC7B-5A1C-FA138EB26726}"/>
          </ac:picMkLst>
        </pc:picChg>
        <pc:picChg chg="add mod">
          <ac:chgData name="택주 권" userId="ccd56deedaff4490" providerId="LiveId" clId="{6C8B6A69-2F54-4650-843C-32FD1FAF88B5}" dt="2026-10-01T16:47:53.556" v="1853"/>
          <ac:picMkLst>
            <pc:docMk/>
            <pc:sldMk cId="2621688620" sldId="264"/>
            <ac:picMk id="13" creationId="{3EB3B488-3811-F78F-EF67-C5CB46EE476D}"/>
          </ac:picMkLst>
        </pc:picChg>
        <pc:picChg chg="add del mod">
          <ac:chgData name="택주 권" userId="ccd56deedaff4490" providerId="LiveId" clId="{6C8B6A69-2F54-4650-843C-32FD1FAF88B5}" dt="2026-10-01T16:48:04.514" v="1864" actId="478"/>
          <ac:picMkLst>
            <pc:docMk/>
            <pc:sldMk cId="2621688620" sldId="264"/>
            <ac:picMk id="14" creationId="{A61852D8-07E1-958F-4176-E8580D68329C}"/>
          </ac:picMkLst>
        </pc:picChg>
        <pc:picChg chg="add del mod">
          <ac:chgData name="택주 권" userId="ccd56deedaff4490" providerId="LiveId" clId="{6C8B6A69-2F54-4650-843C-32FD1FAF88B5}" dt="2026-10-01T16:48:03.897" v="1863" actId="478"/>
          <ac:picMkLst>
            <pc:docMk/>
            <pc:sldMk cId="2621688620" sldId="264"/>
            <ac:picMk id="15" creationId="{86A294BD-E77D-54A6-6838-B4832332D9ED}"/>
          </ac:picMkLst>
        </pc:picChg>
        <pc:picChg chg="add del mod">
          <ac:chgData name="택주 권" userId="ccd56deedaff4490" providerId="LiveId" clId="{6C8B6A69-2F54-4650-843C-32FD1FAF88B5}" dt="2026-10-01T16:48:03" v="1862" actId="478"/>
          <ac:picMkLst>
            <pc:docMk/>
            <pc:sldMk cId="2621688620" sldId="264"/>
            <ac:picMk id="16" creationId="{B2464E56-4922-0209-F6AE-929B313790EB}"/>
          </ac:picMkLst>
        </pc:picChg>
        <pc:picChg chg="add del mod">
          <ac:chgData name="택주 권" userId="ccd56deedaff4490" providerId="LiveId" clId="{6C8B6A69-2F54-4650-843C-32FD1FAF88B5}" dt="2026-10-01T16:48:02.522" v="1861" actId="478"/>
          <ac:picMkLst>
            <pc:docMk/>
            <pc:sldMk cId="2621688620" sldId="264"/>
            <ac:picMk id="17" creationId="{FBCEB987-8DC9-405A-7049-C6B1C1F55F6B}"/>
          </ac:picMkLst>
        </pc:picChg>
        <pc:picChg chg="add del mod">
          <ac:chgData name="택주 권" userId="ccd56deedaff4490" providerId="LiveId" clId="{6C8B6A69-2F54-4650-843C-32FD1FAF88B5}" dt="2026-10-01T16:48:01.864" v="1860" actId="478"/>
          <ac:picMkLst>
            <pc:docMk/>
            <pc:sldMk cId="2621688620" sldId="264"/>
            <ac:picMk id="18" creationId="{05870989-1EC9-6A67-261A-5774EC63052D}"/>
          </ac:picMkLst>
        </pc:picChg>
        <pc:picChg chg="add mod">
          <ac:chgData name="택주 권" userId="ccd56deedaff4490" providerId="LiveId" clId="{6C8B6A69-2F54-4650-843C-32FD1FAF88B5}" dt="2026-10-01T16:48:00.368" v="1859"/>
          <ac:picMkLst>
            <pc:docMk/>
            <pc:sldMk cId="2621688620" sldId="264"/>
            <ac:picMk id="19" creationId="{A8A3B26F-E4A2-0135-4DCF-7C39D31C4435}"/>
          </ac:picMkLst>
        </pc:picChg>
      </pc:sldChg>
      <pc:sldChg chg="new del">
        <pc:chgData name="택주 권" userId="ccd56deedaff4490" providerId="LiveId" clId="{6C8B6A69-2F54-4650-843C-32FD1FAF88B5}" dt="2026-10-02T02:21:20.437" v="2813" actId="680"/>
        <pc:sldMkLst>
          <pc:docMk/>
          <pc:sldMk cId="426238087" sldId="265"/>
        </pc:sldMkLst>
      </pc:sldChg>
      <pc:sldChg chg="add del">
        <pc:chgData name="택주 권" userId="ccd56deedaff4490" providerId="LiveId" clId="{6C8B6A69-2F54-4650-843C-32FD1FAF88B5}" dt="2026-10-01T17:04:44.745" v="1882" actId="47"/>
        <pc:sldMkLst>
          <pc:docMk/>
          <pc:sldMk cId="824764460" sldId="265"/>
        </pc:sldMkLst>
      </pc:sldChg>
      <pc:sldChg chg="addSp modSp add mod">
        <pc:chgData name="택주 권" userId="ccd56deedaff4490" providerId="LiveId" clId="{6C8B6A69-2F54-4650-843C-32FD1FAF88B5}" dt="2026-10-03T06:57:40.291" v="3812" actId="20577"/>
        <pc:sldMkLst>
          <pc:docMk/>
          <pc:sldMk cId="1195735357" sldId="265"/>
        </pc:sldMkLst>
        <pc:spChg chg="mod">
          <ac:chgData name="택주 권" userId="ccd56deedaff4490" providerId="LiveId" clId="{6C8B6A69-2F54-4650-843C-32FD1FAF88B5}" dt="2026-10-03T06:57:40.291" v="3812" actId="20577"/>
          <ac:spMkLst>
            <pc:docMk/>
            <pc:sldMk cId="1195735357" sldId="265"/>
            <ac:spMk id="3" creationId="{5852B724-E47B-9C14-9E1F-E5FE5A5B6B63}"/>
          </ac:spMkLst>
        </pc:spChg>
        <pc:picChg chg="add mod">
          <ac:chgData name="택주 권" userId="ccd56deedaff4490" providerId="LiveId" clId="{6C8B6A69-2F54-4650-843C-32FD1FAF88B5}" dt="2026-10-03T06:47:36.506" v="2870" actId="1076"/>
          <ac:picMkLst>
            <pc:docMk/>
            <pc:sldMk cId="1195735357" sldId="265"/>
            <ac:picMk id="5" creationId="{B3EF0560-BD18-224E-6D55-2198B4AF36B1}"/>
          </ac:picMkLst>
        </pc:picChg>
      </pc:sldChg>
      <pc:sldChg chg="add del">
        <pc:chgData name="택주 권" userId="ccd56deedaff4490" providerId="LiveId" clId="{6C8B6A69-2F54-4650-843C-32FD1FAF88B5}" dt="2026-10-03T06:47:50.713" v="2873" actId="47"/>
        <pc:sldMkLst>
          <pc:docMk/>
          <pc:sldMk cId="2868248155" sldId="266"/>
        </pc:sldMkLst>
      </pc:sldChg>
      <pc:sldChg chg="add del">
        <pc:chgData name="택주 권" userId="ccd56deedaff4490" providerId="LiveId" clId="{6C8B6A69-2F54-4650-843C-32FD1FAF88B5}" dt="2026-10-03T06:47:45.175" v="2871" actId="47"/>
        <pc:sldMkLst>
          <pc:docMk/>
          <pc:sldMk cId="1002408679" sldId="267"/>
        </pc:sldMkLst>
      </pc:sldChg>
      <pc:sldChg chg="add del">
        <pc:chgData name="택주 권" userId="ccd56deedaff4490" providerId="LiveId" clId="{6C8B6A69-2F54-4650-843C-32FD1FAF88B5}" dt="2026-10-03T06:47:49.038" v="2872" actId="47"/>
        <pc:sldMkLst>
          <pc:docMk/>
          <pc:sldMk cId="2525578482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D2B08-70AE-8977-567D-EC20807B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430C4A-8D8A-6AD1-D359-ECA99E6AA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59ECB-4DC3-29C8-43E1-8E83D026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AAFF9-B76B-8C32-4EB6-80F5C9EC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7A7E1-5B2D-32F4-E44C-DDF220D4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B723CB-F996-BE06-6E7E-A5359440E5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6B02A-2DAE-E0AC-1067-26BAC710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휴먼둥근헤드라인" panose="02030504000101010101" pitchFamily="18" charset="-127"/>
                <a:ea typeface="휴먼둥근헤드라인" panose="020305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7338-E932-0362-8C62-13E754CB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59E30-FEFE-01EE-15EC-67CB2029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BD0FB-6DA8-C53E-DA1C-105D3837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A96275-0BE9-1CD9-FABC-8C6B6DD4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6B0421-3812-7CF2-876A-F29E008B7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28-0E49-7128-D7EC-7DA6A7B2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58350-2E6A-B863-0651-E4EE81A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3837D1-C14E-A3BF-FB43-02E96F3C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58F2D-981C-CBB4-2CAF-E6D6BCE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A9F0E9-AAF5-C054-5252-D299811C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0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A8D9-17AD-5DBC-4BBB-0B08DE9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835F8-B251-924C-AADC-8121217FA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B0F5A-D9D2-EDD2-207C-3E967C14D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EEDE8-6736-5674-ACB9-4A75B3D1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2F2DA-52BB-97ED-D8A1-D1B3A90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778D5-8B2A-74BF-E1B5-BB5ABA00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0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6E4D2-F8E7-8FCC-95E9-22CFCF7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911FE-DDE0-CBF8-1E73-16A30142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B67FF-E13D-ADB0-F8B6-E1A19170E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2C55E5-E626-0659-5C04-2D0A28611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D7508-ACD9-AE72-F3AB-DB3E90BB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3AB0E9-77FE-8691-DB9D-26060BEE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1382C1-C672-E61D-30B6-F30BD006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E4B152-12D1-3EB0-4498-03B6071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3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B74AA-7B91-2057-7394-FE988A81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A4007D-6C88-B9F5-8B59-5CFBF41A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DE9C1D-F693-DBCB-E4A6-68837FA7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4D092C-42BE-B3F9-5F98-5BC6CCB7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8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1DC483-98DA-88F8-7B23-199841BD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E06BC2-2EEC-6FF1-E07D-43F44AB0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4585D-6E5E-F460-E403-D032EF11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0EDC-D9D4-960F-7091-82FF3210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7F31F-F210-0744-0FA1-09B0E434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3080F1-AD93-590C-A590-001DD667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A8E22-9487-DA51-BEF7-FB8F5A1F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39A020-CBC3-505E-CBDC-0409FC48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A3715-D674-377A-9BA8-67A9E12F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F12-29EB-F41C-1513-F524F08E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82C441-865F-0E42-7D09-7860E3D04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77BFC-365E-42D7-2C8B-968687DD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AEBAC-CC3B-3386-EAE3-2D818B08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AE3648-363D-4417-1EC7-65CB2C10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BECFD-49CA-B893-1A06-D69C640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3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C2656-E625-99C2-F2E2-2FF254CA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782344-B9D8-2FEC-94CF-FF00FC31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C56C5-22AD-F430-50C2-A712C64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3C636-FA0A-BC4E-185D-6F3056A6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C65-62AB-8FDC-98D6-0BA962F9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9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FF7DF2-6C50-3E4B-ECFC-5F9818CED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AE8128-8303-C88B-5CA9-B01D16904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FE658-CE2C-7975-94B1-F3E15D04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22294-2DAB-575C-3476-26D38BC2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F04C0-FE4E-F230-EEDF-297FAC57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FC171-9CBC-FDC4-EB59-F0596EA7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25F3C3-56FB-6C04-EDE6-5BA619CB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77CE51-75E5-6A01-116E-2CC1F2BE7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8FE92-352A-4F29-A53E-D4449191C06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CC3C8-1CA8-AEC6-0618-BDD6FC5AD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83776-1A58-B3CE-9766-4C5DD2F7E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0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4409-80D8-A8D3-AD17-3A02DEA82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ko-KR" altLang="en-US" b="1" dirty="0"/>
              <a:t>강화학습 </a:t>
            </a:r>
            <a:r>
              <a:rPr lang="en-US" altLang="ko-KR" b="1" dirty="0"/>
              <a:t>4</a:t>
            </a:r>
            <a:r>
              <a:rPr lang="ko-KR" altLang="en-US" b="1" dirty="0"/>
              <a:t>주차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7C472A-6CCF-5C71-FC43-395DC3CD2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2">
            <a:normAutofit/>
          </a:bodyPr>
          <a:lstStyle/>
          <a:p>
            <a:pPr algn="l"/>
            <a:r>
              <a:rPr lang="ko-KR" altLang="en-US" sz="1400" b="1" dirty="0"/>
              <a:t>과목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강화학습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담당 교수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박태형</a:t>
            </a:r>
            <a:r>
              <a:rPr lang="ko-KR" altLang="en-US" sz="1400" dirty="0"/>
              <a:t> 교수님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학과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지능로봇공학과 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학번</a:t>
            </a:r>
            <a:r>
              <a:rPr lang="ko-KR" altLang="en-US" sz="1400" dirty="0"/>
              <a:t> </a:t>
            </a:r>
            <a:r>
              <a:rPr lang="en-US" altLang="ko-KR" sz="1400" dirty="0"/>
              <a:t>: 2023042028 </a:t>
            </a:r>
          </a:p>
          <a:p>
            <a:pPr algn="l"/>
            <a:r>
              <a:rPr lang="ko-KR" altLang="en-US" sz="1400" b="1" dirty="0"/>
              <a:t>이름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권택주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794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9D9EA-0813-88A7-BA4D-27033C23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030-CEE2-BB64-9323-60BFA127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과제 정의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Bellman Equation</a:t>
            </a:r>
          </a:p>
          <a:p>
            <a:pPr lvl="1"/>
            <a:r>
              <a:rPr lang="en-US" altLang="ko-KR" sz="2000" dirty="0"/>
              <a:t>Dynamic Programming</a:t>
            </a:r>
          </a:p>
          <a:p>
            <a:pPr lvl="2"/>
            <a:r>
              <a:rPr lang="en-US" altLang="ko-KR" sz="1800" dirty="0"/>
              <a:t>Grid World</a:t>
            </a:r>
          </a:p>
          <a:p>
            <a:pPr lvl="2"/>
            <a:r>
              <a:rPr lang="en-US" altLang="ko-KR" sz="1800" dirty="0"/>
              <a:t>Policy &amp; Value Iteration</a:t>
            </a:r>
          </a:p>
          <a:p>
            <a:pPr marL="0" indent="0">
              <a:buNone/>
            </a:pPr>
            <a:r>
              <a:rPr lang="ko-KR" altLang="en-US" sz="2400" b="1" dirty="0"/>
              <a:t>과제 풀이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Bellman Equation</a:t>
            </a:r>
          </a:p>
          <a:p>
            <a:pPr lvl="1"/>
            <a:r>
              <a:rPr lang="en-US" altLang="ko-KR" sz="2000" dirty="0"/>
              <a:t>Dynamic Programming</a:t>
            </a:r>
          </a:p>
          <a:p>
            <a:pPr lvl="2"/>
            <a:r>
              <a:rPr lang="en-US" altLang="ko-KR" sz="2000" dirty="0"/>
              <a:t>Grid World</a:t>
            </a:r>
          </a:p>
          <a:p>
            <a:pPr lvl="2"/>
            <a:r>
              <a:rPr lang="en-US" altLang="ko-KR" sz="2000" dirty="0"/>
              <a:t>Policy &amp; Value Iteration</a:t>
            </a:r>
          </a:p>
          <a:p>
            <a:pPr marL="0" indent="0">
              <a:buNone/>
            </a:pPr>
            <a:r>
              <a:rPr lang="ko-KR" altLang="en-US" sz="2400" b="1" dirty="0"/>
              <a:t>과제 결과</a:t>
            </a:r>
          </a:p>
        </p:txBody>
      </p:sp>
    </p:spTree>
    <p:extLst>
      <p:ext uri="{BB962C8B-B14F-4D97-AF65-F5344CB8AC3E}">
        <p14:creationId xmlns:p14="http://schemas.microsoft.com/office/powerpoint/2010/main" val="163766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27BBC-72BE-06DC-75C8-8FAC63F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FC253FF-60EB-DEE0-16F2-A00B975868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b="1" dirty="0"/>
                  <a:t>Bellman optimality equation</a:t>
                </a:r>
              </a:p>
              <a:p>
                <a:pPr lvl="1"/>
                <a:r>
                  <a:rPr lang="ko-KR" altLang="en-US" dirty="0"/>
                  <a:t>현재 상태에서 얻을 수 있는 최대 기대 누적 보상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max</a:t>
                </a:r>
                <a:r>
                  <a:rPr lang="ko-KR" altLang="en-US" dirty="0"/>
                  <a:t>를 사용해 가장 좋은 행동을 직접 선택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)}</m:t>
                        </m:r>
                      </m:e>
                    </m:func>
                  </m:oMath>
                </a14:m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b="1" dirty="0"/>
                  <a:t>Policy &amp; Value</a:t>
                </a:r>
              </a:p>
              <a:p>
                <a:pPr lvl="1"/>
                <a:r>
                  <a:rPr lang="en-US" altLang="ko-KR" dirty="0"/>
                  <a:t>Policy</a:t>
                </a:r>
                <a:r>
                  <a:rPr lang="ko-KR" altLang="en-US" dirty="0"/>
                  <a:t>가 고정되어 있을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보상에 가까운 </a:t>
                </a:r>
                <a:r>
                  <a:rPr lang="en-US" altLang="ko-KR" dirty="0"/>
                  <a:t>State</a:t>
                </a:r>
                <a:r>
                  <a:rPr lang="ko-KR" altLang="en-US" dirty="0"/>
                  <a:t>부터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가 변화하고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반복 계산을 통해 이전 </a:t>
                </a:r>
                <a:r>
                  <a:rPr lang="en-US" altLang="ko-KR" dirty="0"/>
                  <a:t>State</a:t>
                </a:r>
                <a:r>
                  <a:rPr lang="ko-KR" altLang="en-US" dirty="0"/>
                  <a:t>로 전파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최종적으로 고정된 </a:t>
                </a:r>
                <a:r>
                  <a:rPr lang="en-US" altLang="ko-KR" dirty="0"/>
                  <a:t>Policy</a:t>
                </a:r>
                <a:r>
                  <a:rPr lang="ko-KR" altLang="en-US" dirty="0"/>
                  <a:t>를 따랐을 때 실제 기대 누적 보상은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에 수렴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FC253FF-60EB-DEE0-16F2-A00B97586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6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92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1B300-B89E-D7A0-0333-AD1C2C84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5F481C-75DC-6416-BC10-C4B5AF5EE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Policy &amp; Value Iteration</a:t>
            </a:r>
          </a:p>
          <a:p>
            <a:pPr lvl="1"/>
            <a:r>
              <a:rPr lang="en-US" altLang="ko-KR" dirty="0"/>
              <a:t>Policy</a:t>
            </a:r>
            <a:r>
              <a:rPr lang="ko-KR" altLang="en-US" dirty="0"/>
              <a:t> </a:t>
            </a:r>
            <a:r>
              <a:rPr lang="en-US" altLang="ko-KR" dirty="0"/>
              <a:t>Iteration : Bellman equation</a:t>
            </a:r>
            <a:r>
              <a:rPr lang="ko-KR" altLang="en-US" dirty="0"/>
              <a:t>으로 평가해 </a:t>
            </a:r>
            <a:r>
              <a:rPr lang="en-US" altLang="ko-KR" dirty="0"/>
              <a:t>greedy</a:t>
            </a:r>
            <a:r>
              <a:rPr lang="ko-KR" altLang="en-US" dirty="0"/>
              <a:t>로 </a:t>
            </a:r>
            <a:r>
              <a:rPr lang="en-US" altLang="ko-KR" dirty="0"/>
              <a:t>policy</a:t>
            </a:r>
            <a:r>
              <a:rPr lang="ko-KR" altLang="en-US" dirty="0"/>
              <a:t>를 개선하는 방식을 반복적으로 수행</a:t>
            </a:r>
            <a:endParaRPr lang="en-US" altLang="ko-KR" dirty="0"/>
          </a:p>
          <a:p>
            <a:pPr lvl="1"/>
            <a:r>
              <a:rPr lang="en-US" altLang="ko-KR" dirty="0"/>
              <a:t>Value</a:t>
            </a:r>
            <a:r>
              <a:rPr lang="ko-KR" altLang="en-US" dirty="0"/>
              <a:t> </a:t>
            </a:r>
            <a:r>
              <a:rPr lang="en-US" altLang="ko-KR" dirty="0"/>
              <a:t>Iteration : Value</a:t>
            </a:r>
            <a:r>
              <a:rPr lang="ko-KR" altLang="en-US" dirty="0"/>
              <a:t>를 계산하는 순간부터 가장 좋은 </a:t>
            </a:r>
            <a:r>
              <a:rPr lang="en-US" altLang="ko-KR" dirty="0"/>
              <a:t>action </a:t>
            </a:r>
            <a:r>
              <a:rPr lang="ko-KR" altLang="en-US" dirty="0"/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293576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031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Bellman Equation Q1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598406-DF18-64EA-E10B-27E790E4E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" t="19600" r="5722" b="21860"/>
          <a:stretch/>
        </p:blipFill>
        <p:spPr>
          <a:xfrm>
            <a:off x="271130" y="2218568"/>
            <a:ext cx="7240773" cy="35654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06B765-A7EE-637B-4848-B8E18AF939CC}"/>
                  </a:ext>
                </a:extLst>
              </p:cNvPr>
              <p:cNvSpPr txBox="1"/>
              <p:nvPr/>
            </p:nvSpPr>
            <p:spPr>
              <a:xfrm>
                <a:off x="7632404" y="2391902"/>
                <a:ext cx="4424917" cy="2313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func>
                      <m:func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(0.9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 0.9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2))</m:t>
                        </m:r>
                      </m:e>
                    </m:func>
                  </m:oMath>
                </a14:m>
                <a:r>
                  <a:rPr lang="ko-KR" altLang="en-US" sz="1600" dirty="0"/>
                  <a:t>에서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0.9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ko-KR" altLang="en-US" sz="1600" dirty="0"/>
                  <a:t>를 선택한 이유는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보상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600" dirty="0"/>
                  <a:t> 더 가깝게 위치해 있어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ko-KR" altLang="en-US" sz="1600" dirty="0"/>
                  <a:t> 값으로 판단 되기 때문이다</a:t>
                </a:r>
                <a:r>
                  <a:rPr lang="en-US" altLang="ko-KR" sz="1600" dirty="0"/>
                  <a:t>.</a:t>
                </a:r>
              </a:p>
              <a:p>
                <a:endParaRPr lang="en-US" altLang="ko-KR" sz="1600" dirty="0"/>
              </a:p>
              <a:p>
                <a:r>
                  <a:rPr lang="en-US" altLang="ko-KR" sz="1600" b="1" dirty="0"/>
                  <a:t>Optimal State Value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=4.263</m:t>
                    </m:r>
                  </m:oMath>
                </a14:m>
                <a:endParaRPr lang="en-US" altLang="ko-KR" sz="1600" b="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=4.739</m:t>
                    </m:r>
                  </m:oMath>
                </a14:m>
                <a:r>
                  <a:rPr lang="ko-KR" altLang="en-US" sz="1600" dirty="0"/>
                  <a:t>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=5.263</m:t>
                    </m:r>
                  </m:oMath>
                </a14:m>
                <a:endParaRPr lang="ko-KR" altLang="en-US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=4.737</m:t>
                    </m:r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06B765-A7EE-637B-4848-B8E18AF93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404" y="2391902"/>
                <a:ext cx="4424917" cy="2313005"/>
              </a:xfrm>
              <a:prstGeom prst="rect">
                <a:avLst/>
              </a:prstGeom>
              <a:blipFill>
                <a:blip r:embed="rId3"/>
                <a:stretch>
                  <a:fillRect l="-689" t="-789" b="-18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6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295"/>
            <a:ext cx="488920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Dynamic Programming Q1</a:t>
            </a:r>
          </a:p>
          <a:p>
            <a:r>
              <a:rPr lang="en-US" altLang="ko-KR" sz="1600" dirty="0"/>
              <a:t>Policy </a:t>
            </a:r>
            <a:r>
              <a:rPr lang="ko-KR" altLang="en-US" sz="1600" dirty="0"/>
              <a:t>변화에 따른 </a:t>
            </a:r>
            <a:r>
              <a:rPr lang="en-US" altLang="ko-KR" sz="1600" dirty="0"/>
              <a:t>Value</a:t>
            </a:r>
            <a:r>
              <a:rPr lang="ko-KR" altLang="en-US" sz="1600" dirty="0"/>
              <a:t>값 분석</a:t>
            </a:r>
            <a:endParaRPr lang="en-US" altLang="ko-KR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B34CA9-E18D-4890-03B6-09A0316BA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100423"/>
              </p:ext>
            </p:extLst>
          </p:nvPr>
        </p:nvGraphicFramePr>
        <p:xfrm>
          <a:off x="410497" y="2484559"/>
          <a:ext cx="11371005" cy="32237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201">
                  <a:extLst>
                    <a:ext uri="{9D8B030D-6E8A-4147-A177-3AD203B41FA5}">
                      <a16:colId xmlns:a16="http://schemas.microsoft.com/office/drawing/2014/main" val="4014181422"/>
                    </a:ext>
                  </a:extLst>
                </a:gridCol>
                <a:gridCol w="2274201">
                  <a:extLst>
                    <a:ext uri="{9D8B030D-6E8A-4147-A177-3AD203B41FA5}">
                      <a16:colId xmlns:a16="http://schemas.microsoft.com/office/drawing/2014/main" val="3585759732"/>
                    </a:ext>
                  </a:extLst>
                </a:gridCol>
                <a:gridCol w="2274201">
                  <a:extLst>
                    <a:ext uri="{9D8B030D-6E8A-4147-A177-3AD203B41FA5}">
                      <a16:colId xmlns:a16="http://schemas.microsoft.com/office/drawing/2014/main" val="1071930952"/>
                    </a:ext>
                  </a:extLst>
                </a:gridCol>
                <a:gridCol w="2274201">
                  <a:extLst>
                    <a:ext uri="{9D8B030D-6E8A-4147-A177-3AD203B41FA5}">
                      <a16:colId xmlns:a16="http://schemas.microsoft.com/office/drawing/2014/main" val="649324258"/>
                    </a:ext>
                  </a:extLst>
                </a:gridCol>
                <a:gridCol w="2274201">
                  <a:extLst>
                    <a:ext uri="{9D8B030D-6E8A-4147-A177-3AD203B41FA5}">
                      <a16:colId xmlns:a16="http://schemas.microsoft.com/office/drawing/2014/main" val="2951997005"/>
                    </a:ext>
                  </a:extLst>
                </a:gridCol>
              </a:tblGrid>
              <a:tr h="4552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[1, 0, 0, 0]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[0, 1, 0, 0]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[0, 0, 1, 0]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[0, 0, 0, 1]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[0.7, 0.1, 0.1, 0.1]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20728"/>
                  </a:ext>
                </a:extLst>
              </a:tr>
              <a:tr h="27684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blipFill dpi="0"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34475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688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Dynamic Programming Q1</a:t>
            </a:r>
          </a:p>
          <a:p>
            <a:r>
              <a:rPr lang="en-US" altLang="ko-KR" sz="2000" dirty="0"/>
              <a:t>Policy </a:t>
            </a:r>
            <a:r>
              <a:rPr lang="ko-KR" altLang="en-US" sz="2000" dirty="0"/>
              <a:t>변화에 따른 </a:t>
            </a:r>
            <a:r>
              <a:rPr lang="en-US" altLang="ko-KR" sz="2000" dirty="0"/>
              <a:t>Value </a:t>
            </a:r>
            <a:r>
              <a:rPr lang="ko-KR" altLang="en-US" sz="2000" dirty="0"/>
              <a:t>분석</a:t>
            </a:r>
            <a:endParaRPr lang="en-US" altLang="ko-KR" sz="2000" dirty="0"/>
          </a:p>
          <a:p>
            <a:r>
              <a:rPr lang="en-US" altLang="ko-KR" sz="2000" dirty="0"/>
              <a:t>1</a:t>
            </a:r>
            <a:r>
              <a:rPr lang="ko-KR" altLang="en-US" sz="2000" dirty="0"/>
              <a:t>번부터 </a:t>
            </a:r>
            <a:r>
              <a:rPr lang="en-US" altLang="ko-KR" sz="2000" dirty="0"/>
              <a:t>4</a:t>
            </a:r>
            <a:r>
              <a:rPr lang="ko-KR" altLang="en-US" sz="2000" dirty="0"/>
              <a:t>번까지 문제는</a:t>
            </a:r>
            <a:r>
              <a:rPr lang="en-US" altLang="ko-KR" sz="2000" dirty="0"/>
              <a:t> </a:t>
            </a:r>
            <a:r>
              <a:rPr lang="ko-KR" altLang="en-US" sz="2000" dirty="0"/>
              <a:t>항상 특정 방향으로만 움직여 보상을 받는 구조</a:t>
            </a:r>
            <a:endParaRPr lang="en-US" altLang="ko-KR" sz="2000" dirty="0"/>
          </a:p>
          <a:p>
            <a:pPr lvl="1"/>
            <a:r>
              <a:rPr lang="en-US" altLang="ko-KR" sz="1600" dirty="0"/>
              <a:t>1</a:t>
            </a:r>
            <a:r>
              <a:rPr lang="ko-KR" altLang="en-US" sz="1600" dirty="0"/>
              <a:t>번 </a:t>
            </a:r>
            <a:r>
              <a:rPr lang="en-US" altLang="ko-KR" sz="1600" dirty="0"/>
              <a:t>: Goal </a:t>
            </a:r>
            <a:r>
              <a:rPr lang="ko-KR" altLang="en-US" sz="1600" dirty="0"/>
              <a:t>방향 상태의 </a:t>
            </a:r>
            <a:r>
              <a:rPr lang="en-US" altLang="ko-KR" sz="1600" dirty="0"/>
              <a:t>V </a:t>
            </a:r>
            <a:r>
              <a:rPr lang="ko-KR" altLang="en-US" sz="1600" dirty="0"/>
              <a:t>증가</a:t>
            </a:r>
            <a:r>
              <a:rPr lang="en-US" altLang="ko-KR" sz="1600" dirty="0"/>
              <a:t>, -1</a:t>
            </a:r>
            <a:r>
              <a:rPr lang="ko-KR" altLang="en-US" sz="1600" dirty="0"/>
              <a:t>에서 빠져나오지 못하는 상태는 약 </a:t>
            </a:r>
            <a:r>
              <a:rPr lang="en-US" altLang="ko-KR" sz="1600" dirty="0"/>
              <a:t>-10</a:t>
            </a:r>
          </a:p>
          <a:p>
            <a:pPr lvl="1"/>
            <a:r>
              <a:rPr lang="en-US" altLang="ko-KR" sz="1600" dirty="0"/>
              <a:t>2</a:t>
            </a:r>
            <a:r>
              <a:rPr lang="ko-KR" altLang="en-US" sz="1600" dirty="0"/>
              <a:t>번 </a:t>
            </a:r>
            <a:r>
              <a:rPr lang="en-US" altLang="ko-KR" sz="1600" dirty="0"/>
              <a:t>: Goal/</a:t>
            </a:r>
            <a:r>
              <a:rPr lang="ko-KR" altLang="en-US" sz="1600" dirty="0" err="1"/>
              <a:t>패널티에</a:t>
            </a:r>
            <a:r>
              <a:rPr lang="ko-KR" altLang="en-US" sz="1600" dirty="0"/>
              <a:t> 접근하지 않아 </a:t>
            </a:r>
            <a:r>
              <a:rPr lang="en-US" altLang="ko-KR" sz="1600" dirty="0"/>
              <a:t>0</a:t>
            </a:r>
          </a:p>
          <a:p>
            <a:pPr lvl="1"/>
            <a:r>
              <a:rPr lang="en-US" altLang="ko-KR" sz="1600" dirty="0"/>
              <a:t>3</a:t>
            </a:r>
            <a:r>
              <a:rPr lang="ko-KR" altLang="en-US" sz="1600" dirty="0"/>
              <a:t>번 </a:t>
            </a:r>
            <a:r>
              <a:rPr lang="en-US" altLang="ko-KR" sz="1600" dirty="0"/>
              <a:t>: Goal/</a:t>
            </a:r>
            <a:r>
              <a:rPr lang="ko-KR" altLang="en-US" sz="1600" dirty="0" err="1"/>
              <a:t>패널티에</a:t>
            </a:r>
            <a:r>
              <a:rPr lang="ko-KR" altLang="en-US" sz="1600" dirty="0"/>
              <a:t> 접근하지 않아 </a:t>
            </a:r>
            <a:r>
              <a:rPr lang="en-US" altLang="ko-KR" sz="1600" dirty="0"/>
              <a:t>0</a:t>
            </a:r>
          </a:p>
          <a:p>
            <a:pPr lvl="1"/>
            <a:r>
              <a:rPr lang="en-US" altLang="ko-KR" sz="1600" dirty="0"/>
              <a:t>4</a:t>
            </a:r>
            <a:r>
              <a:rPr lang="ko-KR" altLang="en-US" sz="1600" dirty="0"/>
              <a:t>번 </a:t>
            </a:r>
            <a:r>
              <a:rPr lang="en-US" altLang="ko-KR" sz="1600" dirty="0"/>
              <a:t>: Goal </a:t>
            </a:r>
            <a:r>
              <a:rPr lang="ko-KR" altLang="en-US" sz="1600" dirty="0"/>
              <a:t>바로 아래는 </a:t>
            </a:r>
            <a:r>
              <a:rPr lang="en-US" altLang="ko-KR" sz="1600" dirty="0"/>
              <a:t>1. -1 </a:t>
            </a:r>
            <a:r>
              <a:rPr lang="ko-KR" altLang="en-US" sz="1600" dirty="0"/>
              <a:t>아래는 </a:t>
            </a:r>
            <a:r>
              <a:rPr lang="en-US" altLang="ko-KR" sz="1600" dirty="0"/>
              <a:t>-1 + 0.9*1 = -0.1</a:t>
            </a:r>
          </a:p>
          <a:p>
            <a:r>
              <a:rPr lang="en-US" altLang="ko-KR" sz="2000" dirty="0"/>
              <a:t>5</a:t>
            </a:r>
            <a:r>
              <a:rPr lang="ko-KR" altLang="en-US" sz="2000" dirty="0"/>
              <a:t>번 문제는 특정 방향을 보는 것이 아닌</a:t>
            </a:r>
            <a:r>
              <a:rPr lang="en-US" altLang="ko-KR" sz="2000" dirty="0"/>
              <a:t>, 4 </a:t>
            </a:r>
            <a:r>
              <a:rPr lang="ko-KR" altLang="en-US" sz="2000" dirty="0"/>
              <a:t>방향 중 위쪽 행동에 강하게 편향된 확률 정책</a:t>
            </a:r>
            <a:endParaRPr lang="en-US" altLang="ko-KR" sz="2000" dirty="0"/>
          </a:p>
          <a:p>
            <a:pPr lvl="1"/>
            <a:r>
              <a:rPr lang="ko-KR" altLang="en-US" sz="1600" dirty="0"/>
              <a:t>여러 경로의 </a:t>
            </a:r>
            <a:r>
              <a:rPr lang="ko-KR" altLang="en-US" sz="1600" dirty="0" err="1"/>
              <a:t>기대값이</a:t>
            </a:r>
            <a:r>
              <a:rPr lang="ko-KR" altLang="en-US" sz="1600" dirty="0"/>
              <a:t> 혼합되어 </a:t>
            </a:r>
            <a:r>
              <a:rPr lang="en-US" altLang="ko-KR" sz="1600" dirty="0"/>
              <a:t>Value</a:t>
            </a:r>
            <a:r>
              <a:rPr lang="ko-KR" altLang="en-US" sz="1600" dirty="0"/>
              <a:t>가 전체 </a:t>
            </a:r>
            <a:r>
              <a:rPr lang="en-US" altLang="ko-KR" sz="1600" dirty="0"/>
              <a:t>Grid</a:t>
            </a:r>
            <a:r>
              <a:rPr lang="ko-KR" altLang="en-US" sz="1600" dirty="0"/>
              <a:t>에 전파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7640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8154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Dynamic Programming Q2 – Policy</a:t>
            </a:r>
          </a:p>
          <a:p>
            <a:r>
              <a:rPr lang="en-US" altLang="ko-KR" sz="1800" b="1" dirty="0"/>
              <a:t>Policy </a:t>
            </a:r>
            <a:r>
              <a:rPr lang="en-US" altLang="ko-KR" sz="1800" b="1" dirty="0" err="1"/>
              <a:t>Iteratioin</a:t>
            </a:r>
            <a:endParaRPr lang="en-US" altLang="ko-KR" sz="1800" b="1" dirty="0"/>
          </a:p>
          <a:p>
            <a:pPr lvl="1"/>
            <a:r>
              <a:rPr lang="ko-KR" altLang="en-US" sz="1400" dirty="0"/>
              <a:t>현재 </a:t>
            </a:r>
            <a:r>
              <a:rPr lang="en-US" altLang="ko-KR" sz="1400" dirty="0"/>
              <a:t>policy </a:t>
            </a:r>
            <a:r>
              <a:rPr lang="ko-KR" altLang="en-US" sz="1400" dirty="0"/>
              <a:t>평가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해당 </a:t>
            </a:r>
            <a:r>
              <a:rPr lang="en-US" altLang="ko-KR" sz="1400" dirty="0"/>
              <a:t>Policy</a:t>
            </a:r>
            <a:r>
              <a:rPr lang="ko-KR" altLang="en-US" sz="1400" dirty="0"/>
              <a:t>에서 </a:t>
            </a:r>
            <a:r>
              <a:rPr lang="en-US" altLang="ko-KR" sz="1400" dirty="0"/>
              <a:t>V </a:t>
            </a:r>
            <a:r>
              <a:rPr lang="ko-KR" altLang="en-US" sz="1400" dirty="0"/>
              <a:t>수렴 </a:t>
            </a:r>
            <a:r>
              <a:rPr lang="en-US" altLang="ko-KR" sz="1400" dirty="0"/>
              <a:t>-&gt; V</a:t>
            </a:r>
            <a:r>
              <a:rPr lang="ko-KR" altLang="en-US" sz="1400" dirty="0"/>
              <a:t> 기준으로 </a:t>
            </a:r>
            <a:r>
              <a:rPr lang="en-US" altLang="ko-KR" sz="1400" dirty="0"/>
              <a:t>Greedy Policy </a:t>
            </a:r>
            <a:r>
              <a:rPr lang="ko-KR" altLang="en-US" sz="1400" dirty="0"/>
              <a:t>생성</a:t>
            </a:r>
            <a:endParaRPr lang="en-US" altLang="ko-KR" sz="1400" dirty="0"/>
          </a:p>
          <a:p>
            <a:pPr lvl="1"/>
            <a:r>
              <a:rPr lang="en-US" altLang="ko-KR" sz="1400" dirty="0"/>
              <a:t>5</a:t>
            </a:r>
            <a:r>
              <a:rPr lang="ko-KR" altLang="en-US" sz="1400" dirty="0"/>
              <a:t>번째 반복에서 이전 정책과 새로 계산된 정책이 동일해 수렴</a:t>
            </a:r>
            <a:endParaRPr lang="en-US" altLang="ko-KR" sz="1400" dirty="0"/>
          </a:p>
          <a:p>
            <a:pPr lvl="1"/>
            <a:r>
              <a:rPr lang="ko-KR" altLang="en-US" sz="1400" dirty="0"/>
              <a:t>각 반복 안에서 </a:t>
            </a:r>
            <a:r>
              <a:rPr lang="en-US" altLang="ko-KR" sz="1400" dirty="0"/>
              <a:t>Value</a:t>
            </a:r>
            <a:r>
              <a:rPr lang="ko-KR" altLang="en-US" sz="1400" dirty="0"/>
              <a:t>를 평가해 비교적 적은 외부 반복 횟수로 최적 정책에 도달</a:t>
            </a:r>
          </a:p>
          <a:p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D68CBA-797D-849C-EBBB-68BFD4CC9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353" y="681037"/>
            <a:ext cx="4559454" cy="57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00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434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Dynamic Programming Q2 – Value</a:t>
            </a:r>
          </a:p>
          <a:p>
            <a:r>
              <a:rPr lang="en-US" altLang="ko-KR" sz="1800" b="1" dirty="0"/>
              <a:t>Value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Iteration</a:t>
            </a:r>
          </a:p>
          <a:p>
            <a:pPr lvl="1"/>
            <a:r>
              <a:rPr lang="ko-KR" altLang="en-US" sz="1400" dirty="0"/>
              <a:t>모든 </a:t>
            </a:r>
            <a:r>
              <a:rPr lang="en-US" altLang="ko-KR" sz="1400" dirty="0"/>
              <a:t>State</a:t>
            </a:r>
            <a:r>
              <a:rPr lang="ko-KR" altLang="en-US" sz="1400" dirty="0"/>
              <a:t>를 한번 순회 </a:t>
            </a:r>
            <a:r>
              <a:rPr lang="en-US" altLang="ko-KR" sz="1400" dirty="0"/>
              <a:t>-&gt; </a:t>
            </a:r>
            <a:r>
              <a:rPr lang="ko-KR" altLang="en-US" sz="1400" dirty="0"/>
              <a:t>각 </a:t>
            </a:r>
            <a:r>
              <a:rPr lang="en-US" altLang="ko-KR" sz="1400" dirty="0"/>
              <a:t>State</a:t>
            </a:r>
            <a:r>
              <a:rPr lang="ko-KR" altLang="en-US" sz="1400" dirty="0"/>
              <a:t>의 </a:t>
            </a:r>
            <a:r>
              <a:rPr lang="en-US" altLang="ko-KR" sz="1400" dirty="0"/>
              <a:t>V</a:t>
            </a:r>
            <a:r>
              <a:rPr lang="ko-KR" altLang="en-US" sz="1400" dirty="0"/>
              <a:t>를 한 단계 갱신</a:t>
            </a:r>
            <a:endParaRPr lang="en-US" altLang="ko-KR" sz="1400" dirty="0"/>
          </a:p>
          <a:p>
            <a:pPr lvl="1"/>
            <a:r>
              <a:rPr lang="ko-KR" altLang="en-US" sz="1400" dirty="0"/>
              <a:t>초기 값이 </a:t>
            </a:r>
            <a:r>
              <a:rPr lang="en-US" altLang="ko-KR" sz="1400" dirty="0"/>
              <a:t>V(s) = 0.</a:t>
            </a:r>
            <a:r>
              <a:rPr lang="ko-KR" altLang="en-US" sz="1400" dirty="0"/>
              <a:t> </a:t>
            </a:r>
            <a:r>
              <a:rPr lang="en-US" altLang="ko-KR" sz="1400" dirty="0"/>
              <a:t>Goal</a:t>
            </a:r>
            <a:r>
              <a:rPr lang="ko-KR" altLang="en-US" sz="1400" dirty="0"/>
              <a:t>의 보상이 주변 상태에 영향</a:t>
            </a:r>
            <a:endParaRPr lang="en-US" altLang="ko-KR" sz="1400" dirty="0"/>
          </a:p>
          <a:p>
            <a:pPr lvl="1"/>
            <a:r>
              <a:rPr lang="ko-KR" altLang="en-US" sz="1400" dirty="0"/>
              <a:t>이후 반복하면서 해당 정보가 먼 상태까지 전달</a:t>
            </a:r>
            <a:endParaRPr lang="en-US" altLang="ko-KR" sz="1400" dirty="0"/>
          </a:p>
          <a:p>
            <a:pPr lvl="1"/>
            <a:r>
              <a:rPr lang="ko-KR" altLang="en-US" sz="1400" dirty="0"/>
              <a:t>모든 </a:t>
            </a:r>
            <a:r>
              <a:rPr lang="en-US" altLang="ko-KR" sz="1400" dirty="0"/>
              <a:t>Value</a:t>
            </a:r>
            <a:r>
              <a:rPr lang="ko-KR" altLang="en-US" sz="1400" dirty="0"/>
              <a:t>의 최대 변화량이 </a:t>
            </a:r>
            <a:r>
              <a:rPr lang="en-US" altLang="ko-KR" sz="1400" dirty="0"/>
              <a:t>0.001</a:t>
            </a:r>
            <a:r>
              <a:rPr lang="ko-KR" altLang="en-US" sz="1400" dirty="0"/>
              <a:t>보다 작아질 때 까지 반복</a:t>
            </a:r>
            <a:endParaRPr lang="en-US" altLang="ko-KR" sz="1400" dirty="0"/>
          </a:p>
          <a:p>
            <a:pPr lvl="1"/>
            <a:r>
              <a:rPr lang="en-US" altLang="ko-KR" sz="1400" dirty="0"/>
              <a:t>7</a:t>
            </a:r>
            <a:r>
              <a:rPr lang="ko-KR" altLang="en-US" sz="1400" dirty="0"/>
              <a:t>번째 반복에서 최대 변화량 </a:t>
            </a:r>
            <a:r>
              <a:rPr lang="en-US" altLang="ko-KR" sz="1400" dirty="0"/>
              <a:t>Delta</a:t>
            </a:r>
            <a:r>
              <a:rPr lang="ko-KR" altLang="en-US" sz="1400" dirty="0"/>
              <a:t>가 설정된 </a:t>
            </a:r>
            <a:r>
              <a:rPr lang="en-US" altLang="ko-KR" sz="1400" dirty="0"/>
              <a:t>threshold 0.001</a:t>
            </a:r>
            <a:r>
              <a:rPr lang="ko-KR" altLang="en-US" sz="1400" dirty="0"/>
              <a:t>보다 작아져 수렴</a:t>
            </a:r>
          </a:p>
          <a:p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EF0560-BD18-224E-6D55-2198B4AF3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545" y="590474"/>
            <a:ext cx="4628120" cy="590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35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A8108-ED05-C8B3-538C-B61C977C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4356A-B9C5-EDE9-1DDC-9DA3BC6B9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Bellman optimality equation</a:t>
            </a:r>
          </a:p>
          <a:p>
            <a:pPr lvl="1"/>
            <a:r>
              <a:rPr lang="en-US" altLang="ko-KR" dirty="0"/>
              <a:t>Action</a:t>
            </a:r>
            <a:r>
              <a:rPr lang="ko-KR" altLang="en-US" dirty="0"/>
              <a:t>별 값을 비교해 </a:t>
            </a:r>
            <a:r>
              <a:rPr lang="en-US" altLang="ko-KR" dirty="0"/>
              <a:t>max</a:t>
            </a:r>
            <a:r>
              <a:rPr lang="ko-KR" altLang="en-US" dirty="0"/>
              <a:t>를 선택하고 </a:t>
            </a:r>
            <a:r>
              <a:rPr lang="en-US" altLang="ko-KR" dirty="0"/>
              <a:t>Optimal State Value </a:t>
            </a:r>
            <a:r>
              <a:rPr lang="ko-KR" altLang="en-US" dirty="0"/>
              <a:t>및 </a:t>
            </a:r>
            <a:r>
              <a:rPr lang="en-US" altLang="ko-KR" dirty="0"/>
              <a:t>Policy </a:t>
            </a:r>
            <a:r>
              <a:rPr lang="ko-KR" altLang="en-US" dirty="0"/>
              <a:t>도출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Policy </a:t>
            </a:r>
            <a:r>
              <a:rPr lang="ko-KR" altLang="en-US" b="1" dirty="0"/>
              <a:t>변화에 따른</a:t>
            </a:r>
            <a:r>
              <a:rPr lang="en-US" altLang="ko-KR" b="1" dirty="0"/>
              <a:t> Value</a:t>
            </a:r>
          </a:p>
          <a:p>
            <a:pPr lvl="1"/>
            <a:r>
              <a:rPr lang="ko-KR" altLang="en-US" dirty="0"/>
              <a:t>동일 환경에서 </a:t>
            </a:r>
            <a:r>
              <a:rPr lang="en-US" altLang="ko-KR" dirty="0"/>
              <a:t>Policy</a:t>
            </a:r>
            <a:r>
              <a:rPr lang="ko-KR" altLang="en-US" dirty="0"/>
              <a:t>에 따라 </a:t>
            </a:r>
            <a:r>
              <a:rPr lang="en-US" altLang="ko-KR" dirty="0"/>
              <a:t>State </a:t>
            </a:r>
            <a:r>
              <a:rPr lang="en-US" altLang="ko-KR" dirty="0" err="1"/>
              <a:t>Valeu</a:t>
            </a:r>
            <a:r>
              <a:rPr lang="en-US" altLang="ko-KR" dirty="0"/>
              <a:t> </a:t>
            </a:r>
            <a:r>
              <a:rPr lang="ko-KR" altLang="en-US" dirty="0"/>
              <a:t>값 변화</a:t>
            </a:r>
            <a:endParaRPr lang="en-US" altLang="ko-KR" dirty="0"/>
          </a:p>
          <a:p>
            <a:pPr lvl="1"/>
            <a:r>
              <a:rPr lang="ko-KR" altLang="en-US" dirty="0"/>
              <a:t>확률적 </a:t>
            </a:r>
            <a:r>
              <a:rPr lang="en-US" altLang="ko-KR" dirty="0"/>
              <a:t>Policy</a:t>
            </a:r>
            <a:r>
              <a:rPr lang="ko-KR" altLang="en-US" dirty="0"/>
              <a:t>에서는 행동 확률에 따른 기대 보상이 </a:t>
            </a:r>
            <a:r>
              <a:rPr lang="en-US" altLang="ko-KR" dirty="0"/>
              <a:t>Value </a:t>
            </a:r>
            <a:r>
              <a:rPr lang="ko-KR" altLang="en-US" dirty="0"/>
              <a:t>에 반영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Policy Iteration</a:t>
            </a:r>
          </a:p>
          <a:p>
            <a:pPr lvl="1"/>
            <a:r>
              <a:rPr lang="en-US" altLang="ko-KR" dirty="0"/>
              <a:t>Policy Evaluation</a:t>
            </a:r>
            <a:r>
              <a:rPr lang="ko-KR" altLang="en-US" dirty="0"/>
              <a:t>과 </a:t>
            </a:r>
            <a:r>
              <a:rPr lang="en-US" altLang="ko-KR" dirty="0"/>
              <a:t>Greedy Policy Improvement</a:t>
            </a:r>
            <a:r>
              <a:rPr lang="ko-KR" altLang="en-US" dirty="0"/>
              <a:t>를 반복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Value Iteration</a:t>
            </a:r>
          </a:p>
          <a:p>
            <a:pPr lvl="1"/>
            <a:r>
              <a:rPr lang="en-US" altLang="ko-KR" dirty="0"/>
              <a:t>State Value</a:t>
            </a:r>
            <a:r>
              <a:rPr lang="ko-KR" altLang="en-US" dirty="0"/>
              <a:t>를 반복적으로 직접 갱신</a:t>
            </a:r>
          </a:p>
        </p:txBody>
      </p:sp>
    </p:spTree>
    <p:extLst>
      <p:ext uri="{BB962C8B-B14F-4D97-AF65-F5344CB8AC3E}">
        <p14:creationId xmlns:p14="http://schemas.microsoft.com/office/powerpoint/2010/main" val="217071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531</Words>
  <Application>Microsoft Office PowerPoint</Application>
  <PresentationFormat>와이드스크린</PresentationFormat>
  <Paragraphs>81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휴먼둥근헤드라인</vt:lpstr>
      <vt:lpstr>Arial</vt:lpstr>
      <vt:lpstr>Cambria Math</vt:lpstr>
      <vt:lpstr>Office 테마</vt:lpstr>
      <vt:lpstr>강화학습 4주차 과제</vt:lpstr>
      <vt:lpstr>목차</vt:lpstr>
      <vt:lpstr>과제 정의</vt:lpstr>
      <vt:lpstr>과제 정의</vt:lpstr>
      <vt:lpstr>과제 풀이</vt:lpstr>
      <vt:lpstr>과제 풀이</vt:lpstr>
      <vt:lpstr>과제 풀이</vt:lpstr>
      <vt:lpstr>과제 풀이</vt:lpstr>
      <vt:lpstr>과제 풀이</vt:lpstr>
      <vt:lpstr>과제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택주 권</dc:creator>
  <cp:lastModifiedBy>택주 권</cp:lastModifiedBy>
  <cp:revision>1</cp:revision>
  <dcterms:created xsi:type="dcterms:W3CDTF">2026-09-27T11:02:39Z</dcterms:created>
  <dcterms:modified xsi:type="dcterms:W3CDTF">2026-10-03T07:10:28Z</dcterms:modified>
</cp:coreProperties>
</file>