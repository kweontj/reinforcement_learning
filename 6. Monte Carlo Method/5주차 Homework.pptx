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2" r:id="rId7"/>
    <p:sldId id="261" r:id="rId8"/>
    <p:sldId id="26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2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택주 권" userId="ccd56deedaff4490" providerId="LiveId" clId="{33596BE3-6062-4513-8562-FC03A924889F}"/>
    <pc:docChg chg="undo custSel addSld delSld modSld modMainMaster">
      <pc:chgData name="택주 권" userId="ccd56deedaff4490" providerId="LiveId" clId="{33596BE3-6062-4513-8562-FC03A924889F}" dt="2026-09-27T13:33:09.270" v="3045" actId="113"/>
      <pc:docMkLst>
        <pc:docMk/>
      </pc:docMkLst>
      <pc:sldChg chg="modSp mod">
        <pc:chgData name="택주 권" userId="ccd56deedaff4490" providerId="LiveId" clId="{33596BE3-6062-4513-8562-FC03A924889F}" dt="2026-09-27T11:35:09.121" v="1348" actId="404"/>
        <pc:sldMkLst>
          <pc:docMk/>
          <pc:sldMk cId="57943583" sldId="256"/>
        </pc:sldMkLst>
        <pc:spChg chg="mod">
          <ac:chgData name="택주 권" userId="ccd56deedaff4490" providerId="LiveId" clId="{33596BE3-6062-4513-8562-FC03A924889F}" dt="2026-09-27T11:29:48.188" v="1202" actId="120"/>
          <ac:spMkLst>
            <pc:docMk/>
            <pc:sldMk cId="57943583" sldId="256"/>
            <ac:spMk id="2" creationId="{C11F4409-80D8-A8D3-AD17-3A02DEA82643}"/>
          </ac:spMkLst>
        </pc:spChg>
        <pc:spChg chg="mod">
          <ac:chgData name="택주 권" userId="ccd56deedaff4490" providerId="LiveId" clId="{33596BE3-6062-4513-8562-FC03A924889F}" dt="2026-09-27T11:35:09.121" v="1348" actId="404"/>
          <ac:spMkLst>
            <pc:docMk/>
            <pc:sldMk cId="57943583" sldId="256"/>
            <ac:spMk id="3" creationId="{EA7C472A-6CCF-5C71-FC43-395DC3CD2AAC}"/>
          </ac:spMkLst>
        </pc:spChg>
      </pc:sldChg>
      <pc:sldChg chg="modSp new mod">
        <pc:chgData name="택주 권" userId="ccd56deedaff4490" providerId="LiveId" clId="{33596BE3-6062-4513-8562-FC03A924889F}" dt="2026-09-27T11:10:34.542" v="315" actId="113"/>
        <pc:sldMkLst>
          <pc:docMk/>
          <pc:sldMk cId="1637662937" sldId="257"/>
        </pc:sldMkLst>
        <pc:spChg chg="mod">
          <ac:chgData name="택주 권" userId="ccd56deedaff4490" providerId="LiveId" clId="{33596BE3-6062-4513-8562-FC03A924889F}" dt="2026-09-27T11:05:05.731" v="103" actId="20577"/>
          <ac:spMkLst>
            <pc:docMk/>
            <pc:sldMk cId="1637662937" sldId="257"/>
            <ac:spMk id="2" creationId="{CBB9D9EA-0813-88A7-BA4D-27033C236949}"/>
          </ac:spMkLst>
        </pc:spChg>
        <pc:spChg chg="mod">
          <ac:chgData name="택주 권" userId="ccd56deedaff4490" providerId="LiveId" clId="{33596BE3-6062-4513-8562-FC03A924889F}" dt="2026-09-27T11:10:34.542" v="315" actId="113"/>
          <ac:spMkLst>
            <pc:docMk/>
            <pc:sldMk cId="1637662937" sldId="257"/>
            <ac:spMk id="3" creationId="{21D6F030-CEE2-BB64-9323-60BFA127EEAD}"/>
          </ac:spMkLst>
        </pc:spChg>
      </pc:sldChg>
      <pc:sldChg chg="modSp new mod">
        <pc:chgData name="택주 권" userId="ccd56deedaff4490" providerId="LiveId" clId="{33596BE3-6062-4513-8562-FC03A924889F}" dt="2026-09-27T13:22:43.087" v="1932" actId="20577"/>
        <pc:sldMkLst>
          <pc:docMk/>
          <pc:sldMk cId="3064923119" sldId="258"/>
        </pc:sldMkLst>
        <pc:spChg chg="mod">
          <ac:chgData name="택주 권" userId="ccd56deedaff4490" providerId="LiveId" clId="{33596BE3-6062-4513-8562-FC03A924889F}" dt="2026-09-27T11:07:23.066" v="237" actId="20577"/>
          <ac:spMkLst>
            <pc:docMk/>
            <pc:sldMk cId="3064923119" sldId="258"/>
            <ac:spMk id="2" creationId="{E4727BBC-72BE-06DC-75C8-8FAC63FEC32B}"/>
          </ac:spMkLst>
        </pc:spChg>
        <pc:spChg chg="mod">
          <ac:chgData name="택주 권" userId="ccd56deedaff4490" providerId="LiveId" clId="{33596BE3-6062-4513-8562-FC03A924889F}" dt="2026-09-27T13:22:43.087" v="1932" actId="20577"/>
          <ac:spMkLst>
            <pc:docMk/>
            <pc:sldMk cId="3064923119" sldId="258"/>
            <ac:spMk id="3" creationId="{BFC253FF-60EB-DEE0-16F2-A00B97586893}"/>
          </ac:spMkLst>
        </pc:spChg>
      </pc:sldChg>
      <pc:sldChg chg="addSp modSp new mod">
        <pc:chgData name="택주 권" userId="ccd56deedaff4490" providerId="LiveId" clId="{33596BE3-6062-4513-8562-FC03A924889F}" dt="2026-09-27T13:31:46.819" v="2662" actId="1076"/>
        <pc:sldMkLst>
          <pc:docMk/>
          <pc:sldMk cId="2852760341" sldId="259"/>
        </pc:sldMkLst>
        <pc:spChg chg="mod">
          <ac:chgData name="택주 권" userId="ccd56deedaff4490" providerId="LiveId" clId="{33596BE3-6062-4513-8562-FC03A924889F}" dt="2026-09-27T11:07:26.490" v="252" actId="20577"/>
          <ac:spMkLst>
            <pc:docMk/>
            <pc:sldMk cId="2852760341" sldId="259"/>
            <ac:spMk id="2" creationId="{05F47E05-2409-F2F5-E759-8FF54D92678B}"/>
          </ac:spMkLst>
        </pc:spChg>
        <pc:spChg chg="mod">
          <ac:chgData name="택주 권" userId="ccd56deedaff4490" providerId="LiveId" clId="{33596BE3-6062-4513-8562-FC03A924889F}" dt="2026-09-27T13:21:30.239" v="1922" actId="113"/>
          <ac:spMkLst>
            <pc:docMk/>
            <pc:sldMk cId="2852760341" sldId="259"/>
            <ac:spMk id="3" creationId="{5852B724-E47B-9C14-9E1F-E5FE5A5B6B63}"/>
          </ac:spMkLst>
        </pc:spChg>
        <pc:spChg chg="add mod">
          <ac:chgData name="택주 권" userId="ccd56deedaff4490" providerId="LiveId" clId="{33596BE3-6062-4513-8562-FC03A924889F}" dt="2026-09-27T13:31:46.819" v="2662" actId="1076"/>
          <ac:spMkLst>
            <pc:docMk/>
            <pc:sldMk cId="2852760341" sldId="259"/>
            <ac:spMk id="6" creationId="{05099392-6312-F2D7-3E80-B52EF6F32F5B}"/>
          </ac:spMkLst>
        </pc:spChg>
        <pc:picChg chg="add mod modCrop">
          <ac:chgData name="택주 권" userId="ccd56deedaff4490" providerId="LiveId" clId="{33596BE3-6062-4513-8562-FC03A924889F}" dt="2026-09-27T13:31:42.302" v="2661" actId="1076"/>
          <ac:picMkLst>
            <pc:docMk/>
            <pc:sldMk cId="2852760341" sldId="259"/>
            <ac:picMk id="5" creationId="{8CE419C0-8CC9-0845-B960-4076424A8DFA}"/>
          </ac:picMkLst>
        </pc:picChg>
      </pc:sldChg>
      <pc:sldChg chg="modSp new mod">
        <pc:chgData name="택주 권" userId="ccd56deedaff4490" providerId="LiveId" clId="{33596BE3-6062-4513-8562-FC03A924889F}" dt="2026-09-27T13:33:09.270" v="3045" actId="113"/>
        <pc:sldMkLst>
          <pc:docMk/>
          <pc:sldMk cId="2170711995" sldId="260"/>
        </pc:sldMkLst>
        <pc:spChg chg="mod">
          <ac:chgData name="택주 권" userId="ccd56deedaff4490" providerId="LiveId" clId="{33596BE3-6062-4513-8562-FC03A924889F}" dt="2026-09-27T11:07:18.661" v="221" actId="20577"/>
          <ac:spMkLst>
            <pc:docMk/>
            <pc:sldMk cId="2170711995" sldId="260"/>
            <ac:spMk id="2" creationId="{4F5A8108-ED05-C8B3-538C-B61C977CDB8A}"/>
          </ac:spMkLst>
        </pc:spChg>
        <pc:spChg chg="mod">
          <ac:chgData name="택주 권" userId="ccd56deedaff4490" providerId="LiveId" clId="{33596BE3-6062-4513-8562-FC03A924889F}" dt="2026-09-27T13:33:09.270" v="3045" actId="113"/>
          <ac:spMkLst>
            <pc:docMk/>
            <pc:sldMk cId="2170711995" sldId="260"/>
            <ac:spMk id="3" creationId="{E7C4356A-B9C5-EDE9-1DDC-9DA3BC6B9B9A}"/>
          </ac:spMkLst>
        </pc:spChg>
      </pc:sldChg>
      <pc:sldChg chg="modSp new mod">
        <pc:chgData name="택주 권" userId="ccd56deedaff4490" providerId="LiveId" clId="{33596BE3-6062-4513-8562-FC03A924889F}" dt="2026-09-27T11:27:55.809" v="1198" actId="5793"/>
        <pc:sldMkLst>
          <pc:docMk/>
          <pc:sldMk cId="2935767000" sldId="261"/>
        </pc:sldMkLst>
        <pc:spChg chg="mod">
          <ac:chgData name="택주 권" userId="ccd56deedaff4490" providerId="LiveId" clId="{33596BE3-6062-4513-8562-FC03A924889F}" dt="2026-09-27T11:14:27.165" v="369" actId="20577"/>
          <ac:spMkLst>
            <pc:docMk/>
            <pc:sldMk cId="2935767000" sldId="261"/>
            <ac:spMk id="2" creationId="{2CD1B300-B89E-D7A0-0333-AD1C2C841001}"/>
          </ac:spMkLst>
        </pc:spChg>
        <pc:spChg chg="mod">
          <ac:chgData name="택주 권" userId="ccd56deedaff4490" providerId="LiveId" clId="{33596BE3-6062-4513-8562-FC03A924889F}" dt="2026-09-27T11:27:55.809" v="1198" actId="5793"/>
          <ac:spMkLst>
            <pc:docMk/>
            <pc:sldMk cId="2935767000" sldId="261"/>
            <ac:spMk id="3" creationId="{B95F481C-75DC-6416-BC10-C4B5AF5EE4A9}"/>
          </ac:spMkLst>
        </pc:spChg>
      </pc:sldChg>
      <pc:sldChg chg="addSp modSp add mod">
        <pc:chgData name="택주 권" userId="ccd56deedaff4490" providerId="LiveId" clId="{33596BE3-6062-4513-8562-FC03A924889F}" dt="2026-09-27T13:27:35.475" v="2283" actId="2710"/>
        <pc:sldMkLst>
          <pc:docMk/>
          <pc:sldMk cId="958500949" sldId="262"/>
        </pc:sldMkLst>
        <pc:spChg chg="mod">
          <ac:chgData name="택주 권" userId="ccd56deedaff4490" providerId="LiveId" clId="{33596BE3-6062-4513-8562-FC03A924889F}" dt="2026-09-27T13:21:34.269" v="1923" actId="113"/>
          <ac:spMkLst>
            <pc:docMk/>
            <pc:sldMk cId="958500949" sldId="262"/>
            <ac:spMk id="3" creationId="{5852B724-E47B-9C14-9E1F-E5FE5A5B6B63}"/>
          </ac:spMkLst>
        </pc:spChg>
        <pc:spChg chg="add mod">
          <ac:chgData name="택주 권" userId="ccd56deedaff4490" providerId="LiveId" clId="{33596BE3-6062-4513-8562-FC03A924889F}" dt="2026-09-27T13:27:35.475" v="2283" actId="2710"/>
          <ac:spMkLst>
            <pc:docMk/>
            <pc:sldMk cId="958500949" sldId="262"/>
            <ac:spMk id="6" creationId="{C9218541-1609-8A56-DDBF-FEC5EFDFC08A}"/>
          </ac:spMkLst>
        </pc:spChg>
        <pc:picChg chg="add mod modCrop">
          <ac:chgData name="택주 권" userId="ccd56deedaff4490" providerId="LiveId" clId="{33596BE3-6062-4513-8562-FC03A924889F}" dt="2026-09-27T13:21:58.818" v="1928" actId="1076"/>
          <ac:picMkLst>
            <pc:docMk/>
            <pc:sldMk cId="958500949" sldId="262"/>
            <ac:picMk id="5" creationId="{6DA936DE-EDEF-786C-4539-63219FD4EB27}"/>
          </ac:picMkLst>
        </pc:picChg>
      </pc:sldChg>
      <pc:sldChg chg="new del">
        <pc:chgData name="택주 권" userId="ccd56deedaff4490" providerId="LiveId" clId="{33596BE3-6062-4513-8562-FC03A924889F}" dt="2026-09-27T11:14:41.154" v="389" actId="680"/>
        <pc:sldMkLst>
          <pc:docMk/>
          <pc:sldMk cId="4045975856" sldId="262"/>
        </pc:sldMkLst>
      </pc:sldChg>
      <pc:sldChg chg="addSp delSp modSp add mod">
        <pc:chgData name="택주 권" userId="ccd56deedaff4490" providerId="LiveId" clId="{33596BE3-6062-4513-8562-FC03A924889F}" dt="2026-09-27T13:17:04.694" v="1919" actId="1076"/>
        <pc:sldMkLst>
          <pc:docMk/>
          <pc:sldMk cId="2976407003" sldId="263"/>
        </pc:sldMkLst>
        <pc:spChg chg="mod">
          <ac:chgData name="택주 권" userId="ccd56deedaff4490" providerId="LiveId" clId="{33596BE3-6062-4513-8562-FC03A924889F}" dt="2026-09-27T13:15:17.431" v="1888" actId="20577"/>
          <ac:spMkLst>
            <pc:docMk/>
            <pc:sldMk cId="2976407003" sldId="263"/>
            <ac:spMk id="3" creationId="{5852B724-E47B-9C14-9E1F-E5FE5A5B6B63}"/>
          </ac:spMkLst>
        </pc:spChg>
        <pc:spChg chg="add del mod">
          <ac:chgData name="택주 권" userId="ccd56deedaff4490" providerId="LiveId" clId="{33596BE3-6062-4513-8562-FC03A924889F}" dt="2026-09-27T12:41:09.159" v="1362"/>
          <ac:spMkLst>
            <pc:docMk/>
            <pc:sldMk cId="2976407003" sldId="263"/>
            <ac:spMk id="6" creationId="{25B45A30-C99E-0483-DB3E-19A57A6F1C34}"/>
          </ac:spMkLst>
        </pc:spChg>
        <pc:spChg chg="add del mod">
          <ac:chgData name="택주 권" userId="ccd56deedaff4490" providerId="LiveId" clId="{33596BE3-6062-4513-8562-FC03A924889F}" dt="2026-09-27T12:41:21.070" v="1370" actId="478"/>
          <ac:spMkLst>
            <pc:docMk/>
            <pc:sldMk cId="2976407003" sldId="263"/>
            <ac:spMk id="7" creationId="{5DE21157-5016-D3E9-7319-1F50AD2E71F7}"/>
          </ac:spMkLst>
        </pc:spChg>
        <pc:spChg chg="add del mod">
          <ac:chgData name="택주 권" userId="ccd56deedaff4490" providerId="LiveId" clId="{33596BE3-6062-4513-8562-FC03A924889F}" dt="2026-09-27T12:51:10.171" v="1859" actId="478"/>
          <ac:spMkLst>
            <pc:docMk/>
            <pc:sldMk cId="2976407003" sldId="263"/>
            <ac:spMk id="8" creationId="{7FB3D811-A1F2-165A-21C8-5D0BCDDCC6EE}"/>
          </ac:spMkLst>
        </pc:spChg>
        <pc:spChg chg="add mod">
          <ac:chgData name="택주 권" userId="ccd56deedaff4490" providerId="LiveId" clId="{33596BE3-6062-4513-8562-FC03A924889F}" dt="2026-09-27T13:17:04.694" v="1919" actId="1076"/>
          <ac:spMkLst>
            <pc:docMk/>
            <pc:sldMk cId="2976407003" sldId="263"/>
            <ac:spMk id="9" creationId="{FFA5D79F-58F2-3249-246A-0803911D727D}"/>
          </ac:spMkLst>
        </pc:spChg>
        <pc:picChg chg="add mod modCrop">
          <ac:chgData name="택주 권" userId="ccd56deedaff4490" providerId="LiveId" clId="{33596BE3-6062-4513-8562-FC03A924889F}" dt="2026-09-27T12:48:03.490" v="1669" actId="1038"/>
          <ac:picMkLst>
            <pc:docMk/>
            <pc:sldMk cId="2976407003" sldId="263"/>
            <ac:picMk id="5" creationId="{0BF66237-FE10-D046-B7AC-DA44479D94F5}"/>
          </ac:picMkLst>
        </pc:picChg>
      </pc:sldChg>
      <pc:sldChg chg="new del">
        <pc:chgData name="택주 권" userId="ccd56deedaff4490" providerId="LiveId" clId="{33596BE3-6062-4513-8562-FC03A924889F}" dt="2026-09-27T11:14:40.949" v="388" actId="680"/>
        <pc:sldMkLst>
          <pc:docMk/>
          <pc:sldMk cId="4237870664" sldId="263"/>
        </pc:sldMkLst>
      </pc:sldChg>
      <pc:sldMasterChg chg="modSldLayout">
        <pc:chgData name="택주 권" userId="ccd56deedaff4490" providerId="LiveId" clId="{33596BE3-6062-4513-8562-FC03A924889F}" dt="2026-09-27T11:13:04.904" v="319" actId="2711"/>
        <pc:sldMasterMkLst>
          <pc:docMk/>
          <pc:sldMasterMk cId="3875505721" sldId="2147483648"/>
        </pc:sldMasterMkLst>
        <pc:sldLayoutChg chg="addSp modSp mod">
          <pc:chgData name="택주 권" userId="ccd56deedaff4490" providerId="LiveId" clId="{33596BE3-6062-4513-8562-FC03A924889F}" dt="2026-09-27T11:12:23.728" v="317" actId="1076"/>
          <pc:sldLayoutMkLst>
            <pc:docMk/>
            <pc:sldMasterMk cId="3875505721" sldId="2147483648"/>
            <pc:sldLayoutMk cId="2028811568" sldId="2147483649"/>
          </pc:sldLayoutMkLst>
          <pc:picChg chg="add mod">
            <ac:chgData name="택주 권" userId="ccd56deedaff4490" providerId="LiveId" clId="{33596BE3-6062-4513-8562-FC03A924889F}" dt="2026-09-27T11:12:23.728" v="317" actId="1076"/>
            <ac:picMkLst>
              <pc:docMk/>
              <pc:sldMasterMk cId="3875505721" sldId="2147483648"/>
              <pc:sldLayoutMk cId="2028811568" sldId="2147483649"/>
              <ac:picMk id="8" creationId="{FDB723CB-F996-BE06-6E7E-A5359440E56E}"/>
            </ac:picMkLst>
          </pc:picChg>
        </pc:sldLayoutChg>
        <pc:sldLayoutChg chg="addSp modSp">
          <pc:chgData name="택주 권" userId="ccd56deedaff4490" providerId="LiveId" clId="{33596BE3-6062-4513-8562-FC03A924889F}" dt="2026-09-27T11:13:04.904" v="319" actId="2711"/>
          <pc:sldLayoutMkLst>
            <pc:docMk/>
            <pc:sldMasterMk cId="3875505721" sldId="2147483648"/>
            <pc:sldLayoutMk cId="3592824956" sldId="2147483650"/>
          </pc:sldLayoutMkLst>
          <pc:spChg chg="mod">
            <ac:chgData name="택주 권" userId="ccd56deedaff4490" providerId="LiveId" clId="{33596BE3-6062-4513-8562-FC03A924889F}" dt="2026-09-27T11:13:04.904" v="319" actId="2711"/>
            <ac:spMkLst>
              <pc:docMk/>
              <pc:sldMasterMk cId="3875505721" sldId="2147483648"/>
              <pc:sldLayoutMk cId="3592824956" sldId="2147483650"/>
              <ac:spMk id="2" creationId="{D586B02A-2DAE-E0AC-1067-26BAC710708C}"/>
            </ac:spMkLst>
          </pc:spChg>
          <pc:picChg chg="add mod">
            <ac:chgData name="택주 권" userId="ccd56deedaff4490" providerId="LiveId" clId="{33596BE3-6062-4513-8562-FC03A924889F}" dt="2026-09-27T11:12:32.512" v="318"/>
            <ac:picMkLst>
              <pc:docMk/>
              <pc:sldMasterMk cId="3875505721" sldId="2147483648"/>
              <pc:sldLayoutMk cId="3592824956" sldId="2147483650"/>
              <ac:picMk id="7" creationId="{0F6B0421-3812-7CF2-876A-F29E008B7EE1}"/>
            </ac:picMkLst>
          </pc:picChg>
        </pc:sldLayoutChg>
      </pc:sldMasterChg>
    </pc:docChg>
  </pc:docChgLst>
  <pc:docChgLst>
    <pc:chgData name="택주 권" userId="ccd56deedaff4490" providerId="LiveId" clId="{6C8B6A69-2F54-4650-843C-32FD1FAF88B5}"/>
    <pc:docChg chg="undo redo custSel addSld delSld modSld sldOrd">
      <pc:chgData name="택주 권" userId="ccd56deedaff4490" providerId="LiveId" clId="{6C8B6A69-2F54-4650-843C-32FD1FAF88B5}" dt="2026-10-03T07:08:08.465" v="4439" actId="20577"/>
      <pc:docMkLst>
        <pc:docMk/>
      </pc:docMkLst>
      <pc:sldChg chg="modSp mod">
        <pc:chgData name="택주 권" userId="ccd56deedaff4490" providerId="LiveId" clId="{6C8B6A69-2F54-4650-843C-32FD1FAF88B5}" dt="2026-09-28T13:51:06.883" v="1" actId="20577"/>
        <pc:sldMkLst>
          <pc:docMk/>
          <pc:sldMk cId="57943583" sldId="256"/>
        </pc:sldMkLst>
        <pc:spChg chg="mod">
          <ac:chgData name="택주 권" userId="ccd56deedaff4490" providerId="LiveId" clId="{6C8B6A69-2F54-4650-843C-32FD1FAF88B5}" dt="2026-09-28T13:51:06.883" v="1" actId="20577"/>
          <ac:spMkLst>
            <pc:docMk/>
            <pc:sldMk cId="57943583" sldId="256"/>
            <ac:spMk id="2" creationId="{C11F4409-80D8-A8D3-AD17-3A02DEA82643}"/>
          </ac:spMkLst>
        </pc:spChg>
      </pc:sldChg>
      <pc:sldChg chg="modSp mod">
        <pc:chgData name="택주 권" userId="ccd56deedaff4490" providerId="LiveId" clId="{6C8B6A69-2F54-4650-843C-32FD1FAF88B5}" dt="2026-09-28T13:53:25.884" v="100" actId="20577"/>
        <pc:sldMkLst>
          <pc:docMk/>
          <pc:sldMk cId="1637662937" sldId="257"/>
        </pc:sldMkLst>
        <pc:spChg chg="mod">
          <ac:chgData name="택주 권" userId="ccd56deedaff4490" providerId="LiveId" clId="{6C8B6A69-2F54-4650-843C-32FD1FAF88B5}" dt="2026-09-28T13:53:25.884" v="100" actId="20577"/>
          <ac:spMkLst>
            <pc:docMk/>
            <pc:sldMk cId="1637662937" sldId="257"/>
            <ac:spMk id="3" creationId="{21D6F030-CEE2-BB64-9323-60BFA127EEAD}"/>
          </ac:spMkLst>
        </pc:spChg>
      </pc:sldChg>
      <pc:sldChg chg="modSp mod">
        <pc:chgData name="택주 권" userId="ccd56deedaff4490" providerId="LiveId" clId="{6C8B6A69-2F54-4650-843C-32FD1FAF88B5}" dt="2026-09-28T14:48:50.996" v="833"/>
        <pc:sldMkLst>
          <pc:docMk/>
          <pc:sldMk cId="3064923119" sldId="258"/>
        </pc:sldMkLst>
        <pc:spChg chg="mod">
          <ac:chgData name="택주 권" userId="ccd56deedaff4490" providerId="LiveId" clId="{6C8B6A69-2F54-4650-843C-32FD1FAF88B5}" dt="2026-09-28T14:48:50.996" v="833"/>
          <ac:spMkLst>
            <pc:docMk/>
            <pc:sldMk cId="3064923119" sldId="258"/>
            <ac:spMk id="3" creationId="{BFC253FF-60EB-DEE0-16F2-A00B97586893}"/>
          </ac:spMkLst>
        </pc:spChg>
      </pc:sldChg>
      <pc:sldChg chg="addSp delSp modSp mod">
        <pc:chgData name="택주 권" userId="ccd56deedaff4490" providerId="LiveId" clId="{6C8B6A69-2F54-4650-843C-32FD1FAF88B5}" dt="2026-09-28T17:07:53.100" v="1759" actId="14100"/>
        <pc:sldMkLst>
          <pc:docMk/>
          <pc:sldMk cId="2852760341" sldId="259"/>
        </pc:sldMkLst>
        <pc:spChg chg="mod">
          <ac:chgData name="택주 권" userId="ccd56deedaff4490" providerId="LiveId" clId="{6C8B6A69-2F54-4650-843C-32FD1FAF88B5}" dt="2026-09-28T14:39:47.058" v="119" actId="20577"/>
          <ac:spMkLst>
            <pc:docMk/>
            <pc:sldMk cId="2852760341" sldId="259"/>
            <ac:spMk id="3" creationId="{5852B724-E47B-9C14-9E1F-E5FE5A5B6B63}"/>
          </ac:spMkLst>
        </pc:spChg>
        <pc:spChg chg="del">
          <ac:chgData name="택주 권" userId="ccd56deedaff4490" providerId="LiveId" clId="{6C8B6A69-2F54-4650-843C-32FD1FAF88B5}" dt="2026-09-28T14:40:50.879" v="179" actId="478"/>
          <ac:spMkLst>
            <pc:docMk/>
            <pc:sldMk cId="2852760341" sldId="259"/>
            <ac:spMk id="6" creationId="{05099392-6312-F2D7-3E80-B52EF6F32F5B}"/>
          </ac:spMkLst>
        </pc:spChg>
        <pc:spChg chg="add mod">
          <ac:chgData name="택주 권" userId="ccd56deedaff4490" providerId="LiveId" clId="{6C8B6A69-2F54-4650-843C-32FD1FAF88B5}" dt="2026-09-28T17:07:53.100" v="1759" actId="14100"/>
          <ac:spMkLst>
            <pc:docMk/>
            <pc:sldMk cId="2852760341" sldId="259"/>
            <ac:spMk id="6" creationId="{D906B765-A7EE-637B-4848-B8E18AF939CC}"/>
          </ac:spMkLst>
        </pc:spChg>
        <pc:picChg chg="del">
          <ac:chgData name="택주 권" userId="ccd56deedaff4490" providerId="LiveId" clId="{6C8B6A69-2F54-4650-843C-32FD1FAF88B5}" dt="2026-09-28T14:40:40.112" v="176" actId="478"/>
          <ac:picMkLst>
            <pc:docMk/>
            <pc:sldMk cId="2852760341" sldId="259"/>
            <ac:picMk id="5" creationId="{8CE419C0-8CC9-0845-B960-4076424A8DFA}"/>
          </ac:picMkLst>
        </pc:picChg>
        <pc:picChg chg="add mod modCrop">
          <ac:chgData name="택주 권" userId="ccd56deedaff4490" providerId="LiveId" clId="{6C8B6A69-2F54-4650-843C-32FD1FAF88B5}" dt="2026-09-28T17:07:37.137" v="1756" actId="1076"/>
          <ac:picMkLst>
            <pc:docMk/>
            <pc:sldMk cId="2852760341" sldId="259"/>
            <ac:picMk id="5" creationId="{9E598406-DF18-64EA-E10B-27E790E4EAAA}"/>
          </ac:picMkLst>
        </pc:picChg>
      </pc:sldChg>
      <pc:sldChg chg="modSp mod">
        <pc:chgData name="택주 권" userId="ccd56deedaff4490" providerId="LiveId" clId="{6C8B6A69-2F54-4650-843C-32FD1FAF88B5}" dt="2026-10-03T07:08:08.465" v="4439" actId="20577"/>
        <pc:sldMkLst>
          <pc:docMk/>
          <pc:sldMk cId="2170711995" sldId="260"/>
        </pc:sldMkLst>
        <pc:spChg chg="mod">
          <ac:chgData name="택주 권" userId="ccd56deedaff4490" providerId="LiveId" clId="{6C8B6A69-2F54-4650-843C-32FD1FAF88B5}" dt="2026-10-03T07:08:08.465" v="4439" actId="20577"/>
          <ac:spMkLst>
            <pc:docMk/>
            <pc:sldMk cId="2170711995" sldId="260"/>
            <ac:spMk id="3" creationId="{E7C4356A-B9C5-EDE9-1DDC-9DA3BC6B9B9A}"/>
          </ac:spMkLst>
        </pc:spChg>
      </pc:sldChg>
      <pc:sldChg chg="modSp mod">
        <pc:chgData name="택주 권" userId="ccd56deedaff4490" providerId="LiveId" clId="{6C8B6A69-2F54-4650-843C-32FD1FAF88B5}" dt="2026-09-28T14:57:44.340" v="1291" actId="20577"/>
        <pc:sldMkLst>
          <pc:docMk/>
          <pc:sldMk cId="2935767000" sldId="261"/>
        </pc:sldMkLst>
        <pc:spChg chg="mod">
          <ac:chgData name="택주 권" userId="ccd56deedaff4490" providerId="LiveId" clId="{6C8B6A69-2F54-4650-843C-32FD1FAF88B5}" dt="2026-09-28T14:57:44.340" v="1291" actId="20577"/>
          <ac:spMkLst>
            <pc:docMk/>
            <pc:sldMk cId="2935767000" sldId="261"/>
            <ac:spMk id="3" creationId="{B95F481C-75DC-6416-BC10-C4B5AF5EE4A9}"/>
          </ac:spMkLst>
        </pc:spChg>
      </pc:sldChg>
      <pc:sldChg chg="addSp delSp modSp add del mod ord">
        <pc:chgData name="택주 권" userId="ccd56deedaff4490" providerId="LiveId" clId="{6C8B6A69-2F54-4650-843C-32FD1FAF88B5}" dt="2026-10-03T06:54:19.636" v="3291" actId="20577"/>
        <pc:sldMkLst>
          <pc:docMk/>
          <pc:sldMk cId="958500949" sldId="262"/>
        </pc:sldMkLst>
        <pc:spChg chg="mod">
          <ac:chgData name="택주 권" userId="ccd56deedaff4490" providerId="LiveId" clId="{6C8B6A69-2F54-4650-843C-32FD1FAF88B5}" dt="2026-10-03T06:54:19.636" v="3291" actId="20577"/>
          <ac:spMkLst>
            <pc:docMk/>
            <pc:sldMk cId="958500949" sldId="262"/>
            <ac:spMk id="3" creationId="{5852B724-E47B-9C14-9E1F-E5FE5A5B6B63}"/>
          </ac:spMkLst>
        </pc:spChg>
        <pc:spChg chg="del">
          <ac:chgData name="택주 권" userId="ccd56deedaff4490" providerId="LiveId" clId="{6C8B6A69-2F54-4650-843C-32FD1FAF88B5}" dt="2026-09-28T14:40:46.216" v="177" actId="478"/>
          <ac:spMkLst>
            <pc:docMk/>
            <pc:sldMk cId="958500949" sldId="262"/>
            <ac:spMk id="6" creationId="{C9218541-1609-8A56-DDBF-FEC5EFDFC08A}"/>
          </ac:spMkLst>
        </pc:spChg>
        <pc:picChg chg="del">
          <ac:chgData name="택주 권" userId="ccd56deedaff4490" providerId="LiveId" clId="{6C8B6A69-2F54-4650-843C-32FD1FAF88B5}" dt="2026-09-28T14:39:57.356" v="121" actId="478"/>
          <ac:picMkLst>
            <pc:docMk/>
            <pc:sldMk cId="958500949" sldId="262"/>
            <ac:picMk id="5" creationId="{6DA936DE-EDEF-786C-4539-63219FD4EB27}"/>
          </ac:picMkLst>
        </pc:picChg>
        <pc:picChg chg="add mod">
          <ac:chgData name="택주 권" userId="ccd56deedaff4490" providerId="LiveId" clId="{6C8B6A69-2F54-4650-843C-32FD1FAF88B5}" dt="2026-10-03T06:47:22.889" v="2867" actId="1076"/>
          <ac:picMkLst>
            <pc:docMk/>
            <pc:sldMk cId="958500949" sldId="262"/>
            <ac:picMk id="5" creationId="{B8D68CBA-797D-849C-EBBB-68BFD4CC94E2}"/>
          </ac:picMkLst>
        </pc:picChg>
      </pc:sldChg>
      <pc:sldChg chg="delSp modSp mod">
        <pc:chgData name="택주 권" userId="ccd56deedaff4490" providerId="LiveId" clId="{6C8B6A69-2F54-4650-843C-32FD1FAF88B5}" dt="2026-10-02T02:20:28.697" v="2811" actId="20577"/>
        <pc:sldMkLst>
          <pc:docMk/>
          <pc:sldMk cId="2976407003" sldId="263"/>
        </pc:sldMkLst>
        <pc:spChg chg="mod">
          <ac:chgData name="택주 권" userId="ccd56deedaff4490" providerId="LiveId" clId="{6C8B6A69-2F54-4650-843C-32FD1FAF88B5}" dt="2026-10-02T02:20:28.697" v="2811" actId="20577"/>
          <ac:spMkLst>
            <pc:docMk/>
            <pc:sldMk cId="2976407003" sldId="263"/>
            <ac:spMk id="3" creationId="{5852B724-E47B-9C14-9E1F-E5FE5A5B6B63}"/>
          </ac:spMkLst>
        </pc:spChg>
        <pc:spChg chg="del">
          <ac:chgData name="택주 권" userId="ccd56deedaff4490" providerId="LiveId" clId="{6C8B6A69-2F54-4650-843C-32FD1FAF88B5}" dt="2026-09-28T14:40:48.396" v="178" actId="478"/>
          <ac:spMkLst>
            <pc:docMk/>
            <pc:sldMk cId="2976407003" sldId="263"/>
            <ac:spMk id="9" creationId="{FFA5D79F-58F2-3249-246A-0803911D727D}"/>
          </ac:spMkLst>
        </pc:spChg>
        <pc:picChg chg="del">
          <ac:chgData name="택주 권" userId="ccd56deedaff4490" providerId="LiveId" clId="{6C8B6A69-2F54-4650-843C-32FD1FAF88B5}" dt="2026-09-28T14:39:55.360" v="120" actId="478"/>
          <ac:picMkLst>
            <pc:docMk/>
            <pc:sldMk cId="2976407003" sldId="263"/>
            <ac:picMk id="5" creationId="{0BF66237-FE10-D046-B7AC-DA44479D94F5}"/>
          </ac:picMkLst>
        </pc:picChg>
      </pc:sldChg>
      <pc:sldChg chg="addSp delSp modSp add mod ord">
        <pc:chgData name="택주 권" userId="ccd56deedaff4490" providerId="LiveId" clId="{6C8B6A69-2F54-4650-843C-32FD1FAF88B5}" dt="2026-10-02T01:57:53.215" v="1955" actId="20577"/>
        <pc:sldMkLst>
          <pc:docMk/>
          <pc:sldMk cId="2621688620" sldId="264"/>
        </pc:sldMkLst>
        <pc:spChg chg="mod">
          <ac:chgData name="택주 권" userId="ccd56deedaff4490" providerId="LiveId" clId="{6C8B6A69-2F54-4650-843C-32FD1FAF88B5}" dt="2026-10-02T01:57:53.215" v="1955" actId="20577"/>
          <ac:spMkLst>
            <pc:docMk/>
            <pc:sldMk cId="2621688620" sldId="264"/>
            <ac:spMk id="3" creationId="{5852B724-E47B-9C14-9E1F-E5FE5A5B6B63}"/>
          </ac:spMkLst>
        </pc:spChg>
        <pc:graphicFrameChg chg="add mod modGraphic">
          <ac:chgData name="택주 권" userId="ccd56deedaff4490" providerId="LiveId" clId="{6C8B6A69-2F54-4650-843C-32FD1FAF88B5}" dt="2026-10-01T16:49:37.413" v="1879" actId="12612"/>
          <ac:graphicFrameMkLst>
            <pc:docMk/>
            <pc:sldMk cId="2621688620" sldId="264"/>
            <ac:graphicFrameMk id="6" creationId="{DDB34CA9-E18D-4890-03B6-09A0316BA27F}"/>
          </ac:graphicFrameMkLst>
        </pc:graphicFrameChg>
        <pc:picChg chg="add del mod">
          <ac:chgData name="택주 권" userId="ccd56deedaff4490" providerId="LiveId" clId="{6C8B6A69-2F54-4650-843C-32FD1FAF88B5}" dt="2026-10-01T16:45:19.576" v="1769" actId="478"/>
          <ac:picMkLst>
            <pc:docMk/>
            <pc:sldMk cId="2621688620" sldId="264"/>
            <ac:picMk id="5" creationId="{5B83F01D-EC4D-E465-19FC-F3A7C741ACAE}"/>
          </ac:picMkLst>
        </pc:picChg>
        <pc:picChg chg="add del mod">
          <ac:chgData name="택주 권" userId="ccd56deedaff4490" providerId="LiveId" clId="{6C8B6A69-2F54-4650-843C-32FD1FAF88B5}" dt="2026-10-01T16:48:06.700" v="1868" actId="478"/>
          <ac:picMkLst>
            <pc:docMk/>
            <pc:sldMk cId="2621688620" sldId="264"/>
            <ac:picMk id="8" creationId="{3D1574E2-7DD4-AF62-40A8-01FFBDF8AB27}"/>
          </ac:picMkLst>
        </pc:picChg>
        <pc:picChg chg="add mod">
          <ac:chgData name="택주 권" userId="ccd56deedaff4490" providerId="LiveId" clId="{6C8B6A69-2F54-4650-843C-32FD1FAF88B5}" dt="2026-10-01T16:47:42.422" v="1846"/>
          <ac:picMkLst>
            <pc:docMk/>
            <pc:sldMk cId="2621688620" sldId="264"/>
            <ac:picMk id="9" creationId="{59657D6E-5EFC-A3DF-9E35-463B5CFE3DDD}"/>
          </ac:picMkLst>
        </pc:picChg>
        <pc:picChg chg="add del mod">
          <ac:chgData name="택주 권" userId="ccd56deedaff4490" providerId="LiveId" clId="{6C8B6A69-2F54-4650-843C-32FD1FAF88B5}" dt="2026-10-01T16:48:06.170" v="1867" actId="478"/>
          <ac:picMkLst>
            <pc:docMk/>
            <pc:sldMk cId="2621688620" sldId="264"/>
            <ac:picMk id="10" creationId="{833CB2CD-0BEB-E5F4-48D4-90F6FA424A6B}"/>
          </ac:picMkLst>
        </pc:picChg>
        <pc:picChg chg="add del mod">
          <ac:chgData name="택주 권" userId="ccd56deedaff4490" providerId="LiveId" clId="{6C8B6A69-2F54-4650-843C-32FD1FAF88B5}" dt="2026-10-01T16:48:05.660" v="1866" actId="478"/>
          <ac:picMkLst>
            <pc:docMk/>
            <pc:sldMk cId="2621688620" sldId="264"/>
            <ac:picMk id="11" creationId="{EDD4B0F6-2876-F59F-1B19-93D6C08E17D3}"/>
          </ac:picMkLst>
        </pc:picChg>
        <pc:picChg chg="add del mod">
          <ac:chgData name="택주 권" userId="ccd56deedaff4490" providerId="LiveId" clId="{6C8B6A69-2F54-4650-843C-32FD1FAF88B5}" dt="2026-10-01T16:48:05.157" v="1865" actId="478"/>
          <ac:picMkLst>
            <pc:docMk/>
            <pc:sldMk cId="2621688620" sldId="264"/>
            <ac:picMk id="12" creationId="{8D4B83BC-00A6-BC7B-5A1C-FA138EB26726}"/>
          </ac:picMkLst>
        </pc:picChg>
        <pc:picChg chg="add mod">
          <ac:chgData name="택주 권" userId="ccd56deedaff4490" providerId="LiveId" clId="{6C8B6A69-2F54-4650-843C-32FD1FAF88B5}" dt="2026-10-01T16:47:53.556" v="1853"/>
          <ac:picMkLst>
            <pc:docMk/>
            <pc:sldMk cId="2621688620" sldId="264"/>
            <ac:picMk id="13" creationId="{3EB3B488-3811-F78F-EF67-C5CB46EE476D}"/>
          </ac:picMkLst>
        </pc:picChg>
        <pc:picChg chg="add del mod">
          <ac:chgData name="택주 권" userId="ccd56deedaff4490" providerId="LiveId" clId="{6C8B6A69-2F54-4650-843C-32FD1FAF88B5}" dt="2026-10-01T16:48:04.514" v="1864" actId="478"/>
          <ac:picMkLst>
            <pc:docMk/>
            <pc:sldMk cId="2621688620" sldId="264"/>
            <ac:picMk id="14" creationId="{A61852D8-07E1-958F-4176-E8580D68329C}"/>
          </ac:picMkLst>
        </pc:picChg>
        <pc:picChg chg="add del mod">
          <ac:chgData name="택주 권" userId="ccd56deedaff4490" providerId="LiveId" clId="{6C8B6A69-2F54-4650-843C-32FD1FAF88B5}" dt="2026-10-01T16:48:03.897" v="1863" actId="478"/>
          <ac:picMkLst>
            <pc:docMk/>
            <pc:sldMk cId="2621688620" sldId="264"/>
            <ac:picMk id="15" creationId="{86A294BD-E77D-54A6-6838-B4832332D9ED}"/>
          </ac:picMkLst>
        </pc:picChg>
        <pc:picChg chg="add del mod">
          <ac:chgData name="택주 권" userId="ccd56deedaff4490" providerId="LiveId" clId="{6C8B6A69-2F54-4650-843C-32FD1FAF88B5}" dt="2026-10-01T16:48:03" v="1862" actId="478"/>
          <ac:picMkLst>
            <pc:docMk/>
            <pc:sldMk cId="2621688620" sldId="264"/>
            <ac:picMk id="16" creationId="{B2464E56-4922-0209-F6AE-929B313790EB}"/>
          </ac:picMkLst>
        </pc:picChg>
        <pc:picChg chg="add del mod">
          <ac:chgData name="택주 권" userId="ccd56deedaff4490" providerId="LiveId" clId="{6C8B6A69-2F54-4650-843C-32FD1FAF88B5}" dt="2026-10-01T16:48:02.522" v="1861" actId="478"/>
          <ac:picMkLst>
            <pc:docMk/>
            <pc:sldMk cId="2621688620" sldId="264"/>
            <ac:picMk id="17" creationId="{FBCEB987-8DC9-405A-7049-C6B1C1F55F6B}"/>
          </ac:picMkLst>
        </pc:picChg>
        <pc:picChg chg="add del mod">
          <ac:chgData name="택주 권" userId="ccd56deedaff4490" providerId="LiveId" clId="{6C8B6A69-2F54-4650-843C-32FD1FAF88B5}" dt="2026-10-01T16:48:01.864" v="1860" actId="478"/>
          <ac:picMkLst>
            <pc:docMk/>
            <pc:sldMk cId="2621688620" sldId="264"/>
            <ac:picMk id="18" creationId="{05870989-1EC9-6A67-261A-5774EC63052D}"/>
          </ac:picMkLst>
        </pc:picChg>
        <pc:picChg chg="add mod">
          <ac:chgData name="택주 권" userId="ccd56deedaff4490" providerId="LiveId" clId="{6C8B6A69-2F54-4650-843C-32FD1FAF88B5}" dt="2026-10-01T16:48:00.368" v="1859"/>
          <ac:picMkLst>
            <pc:docMk/>
            <pc:sldMk cId="2621688620" sldId="264"/>
            <ac:picMk id="19" creationId="{A8A3B26F-E4A2-0135-4DCF-7C39D31C4435}"/>
          </ac:picMkLst>
        </pc:picChg>
      </pc:sldChg>
      <pc:sldChg chg="new del">
        <pc:chgData name="택주 권" userId="ccd56deedaff4490" providerId="LiveId" clId="{6C8B6A69-2F54-4650-843C-32FD1FAF88B5}" dt="2026-10-02T02:21:20.437" v="2813" actId="680"/>
        <pc:sldMkLst>
          <pc:docMk/>
          <pc:sldMk cId="426238087" sldId="265"/>
        </pc:sldMkLst>
      </pc:sldChg>
      <pc:sldChg chg="add del">
        <pc:chgData name="택주 권" userId="ccd56deedaff4490" providerId="LiveId" clId="{6C8B6A69-2F54-4650-843C-32FD1FAF88B5}" dt="2026-10-01T17:04:44.745" v="1882" actId="47"/>
        <pc:sldMkLst>
          <pc:docMk/>
          <pc:sldMk cId="824764460" sldId="265"/>
        </pc:sldMkLst>
      </pc:sldChg>
      <pc:sldChg chg="addSp modSp add mod">
        <pc:chgData name="택주 권" userId="ccd56deedaff4490" providerId="LiveId" clId="{6C8B6A69-2F54-4650-843C-32FD1FAF88B5}" dt="2026-10-03T06:57:40.291" v="3812" actId="20577"/>
        <pc:sldMkLst>
          <pc:docMk/>
          <pc:sldMk cId="1195735357" sldId="265"/>
        </pc:sldMkLst>
        <pc:spChg chg="mod">
          <ac:chgData name="택주 권" userId="ccd56deedaff4490" providerId="LiveId" clId="{6C8B6A69-2F54-4650-843C-32FD1FAF88B5}" dt="2026-10-03T06:57:40.291" v="3812" actId="20577"/>
          <ac:spMkLst>
            <pc:docMk/>
            <pc:sldMk cId="1195735357" sldId="265"/>
            <ac:spMk id="3" creationId="{5852B724-E47B-9C14-9E1F-E5FE5A5B6B63}"/>
          </ac:spMkLst>
        </pc:spChg>
        <pc:picChg chg="add mod">
          <ac:chgData name="택주 권" userId="ccd56deedaff4490" providerId="LiveId" clId="{6C8B6A69-2F54-4650-843C-32FD1FAF88B5}" dt="2026-10-03T06:47:36.506" v="2870" actId="1076"/>
          <ac:picMkLst>
            <pc:docMk/>
            <pc:sldMk cId="1195735357" sldId="265"/>
            <ac:picMk id="5" creationId="{B3EF0560-BD18-224E-6D55-2198B4AF36B1}"/>
          </ac:picMkLst>
        </pc:picChg>
      </pc:sldChg>
      <pc:sldChg chg="add del">
        <pc:chgData name="택주 권" userId="ccd56deedaff4490" providerId="LiveId" clId="{6C8B6A69-2F54-4650-843C-32FD1FAF88B5}" dt="2026-10-03T06:47:50.713" v="2873" actId="47"/>
        <pc:sldMkLst>
          <pc:docMk/>
          <pc:sldMk cId="2868248155" sldId="266"/>
        </pc:sldMkLst>
      </pc:sldChg>
      <pc:sldChg chg="add del">
        <pc:chgData name="택주 권" userId="ccd56deedaff4490" providerId="LiveId" clId="{6C8B6A69-2F54-4650-843C-32FD1FAF88B5}" dt="2026-10-03T06:47:45.175" v="2871" actId="47"/>
        <pc:sldMkLst>
          <pc:docMk/>
          <pc:sldMk cId="1002408679" sldId="267"/>
        </pc:sldMkLst>
      </pc:sldChg>
      <pc:sldChg chg="add del">
        <pc:chgData name="택주 권" userId="ccd56deedaff4490" providerId="LiveId" clId="{6C8B6A69-2F54-4650-843C-32FD1FAF88B5}" dt="2026-10-03T06:47:49.038" v="2872" actId="47"/>
        <pc:sldMkLst>
          <pc:docMk/>
          <pc:sldMk cId="2525578482" sldId="268"/>
        </pc:sldMkLst>
      </pc:sldChg>
    </pc:docChg>
  </pc:docChgLst>
  <pc:docChgLst>
    <pc:chgData name="택주 권" userId="ccd56deedaff4490" providerId="LiveId" clId="{84135328-FAF5-4BDC-8680-EBC58F42D27C}"/>
    <pc:docChg chg="undo custSel addSld delSld modSld sldOrd">
      <pc:chgData name="택주 권" userId="ccd56deedaff4490" providerId="LiveId" clId="{84135328-FAF5-4BDC-8680-EBC58F42D27C}" dt="2026-10-06T15:41:36.481" v="6235" actId="1035"/>
      <pc:docMkLst>
        <pc:docMk/>
      </pc:docMkLst>
      <pc:sldChg chg="modSp mod">
        <pc:chgData name="택주 권" userId="ccd56deedaff4490" providerId="LiveId" clId="{84135328-FAF5-4BDC-8680-EBC58F42D27C}" dt="2026-10-05T12:31:50.459" v="1" actId="20577"/>
        <pc:sldMkLst>
          <pc:docMk/>
          <pc:sldMk cId="57943583" sldId="256"/>
        </pc:sldMkLst>
        <pc:spChg chg="mod">
          <ac:chgData name="택주 권" userId="ccd56deedaff4490" providerId="LiveId" clId="{84135328-FAF5-4BDC-8680-EBC58F42D27C}" dt="2026-10-05T12:31:50.459" v="1" actId="20577"/>
          <ac:spMkLst>
            <pc:docMk/>
            <pc:sldMk cId="57943583" sldId="256"/>
            <ac:spMk id="2" creationId="{C11F4409-80D8-A8D3-AD17-3A02DEA82643}"/>
          </ac:spMkLst>
        </pc:spChg>
      </pc:sldChg>
      <pc:sldChg chg="modSp mod">
        <pc:chgData name="택주 권" userId="ccd56deedaff4490" providerId="LiveId" clId="{84135328-FAF5-4BDC-8680-EBC58F42D27C}" dt="2026-10-05T14:16:17.565" v="48"/>
        <pc:sldMkLst>
          <pc:docMk/>
          <pc:sldMk cId="1637662937" sldId="257"/>
        </pc:sldMkLst>
        <pc:spChg chg="mod">
          <ac:chgData name="택주 권" userId="ccd56deedaff4490" providerId="LiveId" clId="{84135328-FAF5-4BDC-8680-EBC58F42D27C}" dt="2026-10-05T14:16:17.565" v="48"/>
          <ac:spMkLst>
            <pc:docMk/>
            <pc:sldMk cId="1637662937" sldId="257"/>
            <ac:spMk id="3" creationId="{21D6F030-CEE2-BB64-9323-60BFA127EEAD}"/>
          </ac:spMkLst>
        </pc:spChg>
      </pc:sldChg>
      <pc:sldChg chg="modSp mod">
        <pc:chgData name="택주 권" userId="ccd56deedaff4490" providerId="LiveId" clId="{84135328-FAF5-4BDC-8680-EBC58F42D27C}" dt="2026-10-05T17:08:48.793" v="1272" actId="20577"/>
        <pc:sldMkLst>
          <pc:docMk/>
          <pc:sldMk cId="3064923119" sldId="258"/>
        </pc:sldMkLst>
        <pc:spChg chg="mod">
          <ac:chgData name="택주 권" userId="ccd56deedaff4490" providerId="LiveId" clId="{84135328-FAF5-4BDC-8680-EBC58F42D27C}" dt="2026-10-05T17:08:48.793" v="1272" actId="20577"/>
          <ac:spMkLst>
            <pc:docMk/>
            <pc:sldMk cId="3064923119" sldId="258"/>
            <ac:spMk id="3" creationId="{BFC253FF-60EB-DEE0-16F2-A00B97586893}"/>
          </ac:spMkLst>
        </pc:spChg>
      </pc:sldChg>
      <pc:sldChg chg="addSp delSp modSp mod">
        <pc:chgData name="택주 권" userId="ccd56deedaff4490" providerId="LiveId" clId="{84135328-FAF5-4BDC-8680-EBC58F42D27C}" dt="2026-10-05T14:51:34.049" v="210" actId="12612"/>
        <pc:sldMkLst>
          <pc:docMk/>
          <pc:sldMk cId="2852760341" sldId="259"/>
        </pc:sldMkLst>
        <pc:spChg chg="mod">
          <ac:chgData name="택주 권" userId="ccd56deedaff4490" providerId="LiveId" clId="{84135328-FAF5-4BDC-8680-EBC58F42D27C}" dt="2026-10-05T14:17:47.552" v="96" actId="14100"/>
          <ac:spMkLst>
            <pc:docMk/>
            <pc:sldMk cId="2852760341" sldId="259"/>
            <ac:spMk id="3" creationId="{5852B724-E47B-9C14-9E1F-E5FE5A5B6B63}"/>
          </ac:spMkLst>
        </pc:spChg>
        <pc:spChg chg="del">
          <ac:chgData name="택주 권" userId="ccd56deedaff4490" providerId="LiveId" clId="{84135328-FAF5-4BDC-8680-EBC58F42D27C}" dt="2026-10-05T14:16:26.835" v="50" actId="478"/>
          <ac:spMkLst>
            <pc:docMk/>
            <pc:sldMk cId="2852760341" sldId="259"/>
            <ac:spMk id="6" creationId="{D906B765-A7EE-637B-4848-B8E18AF939CC}"/>
          </ac:spMkLst>
        </pc:spChg>
        <pc:graphicFrameChg chg="add mod modGraphic">
          <ac:chgData name="택주 권" userId="ccd56deedaff4490" providerId="LiveId" clId="{84135328-FAF5-4BDC-8680-EBC58F42D27C}" dt="2026-10-05T14:51:34.049" v="210" actId="12612"/>
          <ac:graphicFrameMkLst>
            <pc:docMk/>
            <pc:sldMk cId="2852760341" sldId="259"/>
            <ac:graphicFrameMk id="4" creationId="{E2914935-A38F-49A6-2C79-46070192F95B}"/>
          </ac:graphicFrameMkLst>
        </pc:graphicFrameChg>
        <pc:picChg chg="del">
          <ac:chgData name="택주 권" userId="ccd56deedaff4490" providerId="LiveId" clId="{84135328-FAF5-4BDC-8680-EBC58F42D27C}" dt="2026-10-05T14:16:24.535" v="49" actId="478"/>
          <ac:picMkLst>
            <pc:docMk/>
            <pc:sldMk cId="2852760341" sldId="259"/>
            <ac:picMk id="5" creationId="{9E598406-DF18-64EA-E10B-27E790E4EAAA}"/>
          </ac:picMkLst>
        </pc:picChg>
      </pc:sldChg>
      <pc:sldChg chg="modSp mod">
        <pc:chgData name="택주 권" userId="ccd56deedaff4490" providerId="LiveId" clId="{84135328-FAF5-4BDC-8680-EBC58F42D27C}" dt="2026-10-05T17:11:32.083" v="1846" actId="20577"/>
        <pc:sldMkLst>
          <pc:docMk/>
          <pc:sldMk cId="2170711995" sldId="260"/>
        </pc:sldMkLst>
        <pc:spChg chg="mod">
          <ac:chgData name="택주 권" userId="ccd56deedaff4490" providerId="LiveId" clId="{84135328-FAF5-4BDC-8680-EBC58F42D27C}" dt="2026-10-05T17:11:32.083" v="1846" actId="20577"/>
          <ac:spMkLst>
            <pc:docMk/>
            <pc:sldMk cId="2170711995" sldId="260"/>
            <ac:spMk id="3" creationId="{E7C4356A-B9C5-EDE9-1DDC-9DA3BC6B9B9A}"/>
          </ac:spMkLst>
        </pc:spChg>
      </pc:sldChg>
      <pc:sldChg chg="addSp modSp add mod ord">
        <pc:chgData name="택주 권" userId="ccd56deedaff4490" providerId="LiveId" clId="{84135328-FAF5-4BDC-8680-EBC58F42D27C}" dt="2026-10-06T15:41:36.481" v="6235" actId="1035"/>
        <pc:sldMkLst>
          <pc:docMk/>
          <pc:sldMk cId="490718205" sldId="261"/>
        </pc:sldMkLst>
        <pc:spChg chg="mod">
          <ac:chgData name="택주 권" userId="ccd56deedaff4490" providerId="LiveId" clId="{84135328-FAF5-4BDC-8680-EBC58F42D27C}" dt="2026-10-05T14:17:56.829" v="109" actId="20577"/>
          <ac:spMkLst>
            <pc:docMk/>
            <pc:sldMk cId="490718205" sldId="261"/>
            <ac:spMk id="3" creationId="{5852B724-E47B-9C14-9E1F-E5FE5A5B6B63}"/>
          </ac:spMkLst>
        </pc:spChg>
        <pc:spChg chg="add mod">
          <ac:chgData name="택주 권" userId="ccd56deedaff4490" providerId="LiveId" clId="{84135328-FAF5-4BDC-8680-EBC58F42D27C}" dt="2026-10-06T15:41:36.481" v="6235" actId="1035"/>
          <ac:spMkLst>
            <pc:docMk/>
            <pc:sldMk cId="490718205" sldId="261"/>
            <ac:spMk id="4" creationId="{742F8D02-3666-D697-123F-252D611E4339}"/>
          </ac:spMkLst>
        </pc:spChg>
      </pc:sldChg>
      <pc:sldChg chg="del">
        <pc:chgData name="택주 권" userId="ccd56deedaff4490" providerId="LiveId" clId="{84135328-FAF5-4BDC-8680-EBC58F42D27C}" dt="2026-10-05T14:17:16.279" v="51" actId="47"/>
        <pc:sldMkLst>
          <pc:docMk/>
          <pc:sldMk cId="2935767000" sldId="261"/>
        </pc:sldMkLst>
      </pc:sldChg>
      <pc:sldChg chg="del">
        <pc:chgData name="택주 권" userId="ccd56deedaff4490" providerId="LiveId" clId="{84135328-FAF5-4BDC-8680-EBC58F42D27C}" dt="2026-10-05T14:17:19.943" v="54" actId="47"/>
        <pc:sldMkLst>
          <pc:docMk/>
          <pc:sldMk cId="958500949" sldId="262"/>
        </pc:sldMkLst>
      </pc:sldChg>
      <pc:sldChg chg="addSp modSp add mod">
        <pc:chgData name="택주 권" userId="ccd56deedaff4490" providerId="LiveId" clId="{84135328-FAF5-4BDC-8680-EBC58F42D27C}" dt="2026-10-05T14:46:13.944" v="201" actId="404"/>
        <pc:sldMkLst>
          <pc:docMk/>
          <pc:sldMk cId="3977347988" sldId="262"/>
        </pc:sldMkLst>
        <pc:graphicFrameChg chg="add mod modGraphic">
          <ac:chgData name="택주 권" userId="ccd56deedaff4490" providerId="LiveId" clId="{84135328-FAF5-4BDC-8680-EBC58F42D27C}" dt="2026-10-05T14:46:13.944" v="201" actId="404"/>
          <ac:graphicFrameMkLst>
            <pc:docMk/>
            <pc:sldMk cId="3977347988" sldId="262"/>
            <ac:graphicFrameMk id="4" creationId="{4310EFC3-BCD6-55C4-321B-0E4B59F33698}"/>
          </ac:graphicFrameMkLst>
        </pc:graphicFrameChg>
      </pc:sldChg>
      <pc:sldChg chg="addSp modSp add mod">
        <pc:chgData name="택주 권" userId="ccd56deedaff4490" providerId="LiveId" clId="{84135328-FAF5-4BDC-8680-EBC58F42D27C}" dt="2026-10-06T15:33:50.794" v="5141" actId="20577"/>
        <pc:sldMkLst>
          <pc:docMk/>
          <pc:sldMk cId="445456064" sldId="263"/>
        </pc:sldMkLst>
        <pc:spChg chg="add mod">
          <ac:chgData name="택주 권" userId="ccd56deedaff4490" providerId="LiveId" clId="{84135328-FAF5-4BDC-8680-EBC58F42D27C}" dt="2026-10-06T15:33:50.794" v="5141" actId="20577"/>
          <ac:spMkLst>
            <pc:docMk/>
            <pc:sldMk cId="445456064" sldId="263"/>
            <ac:spMk id="4" creationId="{FD667B59-952B-A6C2-1647-BE025B36AA19}"/>
          </ac:spMkLst>
        </pc:spChg>
      </pc:sldChg>
      <pc:sldChg chg="del">
        <pc:chgData name="택주 권" userId="ccd56deedaff4490" providerId="LiveId" clId="{84135328-FAF5-4BDC-8680-EBC58F42D27C}" dt="2026-10-05T14:17:19.025" v="53" actId="47"/>
        <pc:sldMkLst>
          <pc:docMk/>
          <pc:sldMk cId="2976407003" sldId="263"/>
        </pc:sldMkLst>
      </pc:sldChg>
      <pc:sldChg chg="del">
        <pc:chgData name="택주 권" userId="ccd56deedaff4490" providerId="LiveId" clId="{84135328-FAF5-4BDC-8680-EBC58F42D27C}" dt="2026-10-05T14:17:18.017" v="52" actId="47"/>
        <pc:sldMkLst>
          <pc:docMk/>
          <pc:sldMk cId="2621688620" sldId="264"/>
        </pc:sldMkLst>
      </pc:sldChg>
      <pc:sldChg chg="del">
        <pc:chgData name="택주 권" userId="ccd56deedaff4490" providerId="LiveId" clId="{84135328-FAF5-4BDC-8680-EBC58F42D27C}" dt="2026-10-05T14:17:21.313" v="55" actId="47"/>
        <pc:sldMkLst>
          <pc:docMk/>
          <pc:sldMk cId="1195735357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D2B08-70AE-8977-567D-EC20807BE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430C4A-8D8A-6AD1-D359-ECA99E6AA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359ECB-4DC3-29C8-43E1-8E83D026A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4AAFF9-B76B-8C32-4EB6-80F5C9EC3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7A7E1-5B2D-32F4-E44C-DDF220D4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B723CB-F996-BE06-6E7E-A5359440E5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0" y="6172244"/>
            <a:ext cx="3453391" cy="5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11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6B02A-2DAE-E0AC-1067-26BAC7107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휴먼둥근헤드라인" panose="02030504000101010101" pitchFamily="18" charset="-127"/>
                <a:ea typeface="휴먼둥근헤드라인" panose="020305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27338-E932-0362-8C62-13E754CB4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859E30-FEFE-01EE-15EC-67CB2029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BBD0FB-6DA8-C53E-DA1C-105D3837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A96275-0BE9-1CD9-FABC-8C6B6DD4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6B0421-3812-7CF2-876A-F29E008B7E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0" y="6172244"/>
            <a:ext cx="3453391" cy="5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24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D8228-0E49-7128-D7EC-7DA6A7B2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B58350-2E6A-B863-0651-E4EE81A05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3837D1-C14E-A3BF-FB43-02E96F3CE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558F2D-981C-CBB4-2CAF-E6D6BCED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A9F0E9-AAF5-C054-5252-D299811CB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309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7A8D9-17AD-5DBC-4BBB-0B08DE962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835F8-B251-924C-AADC-8121217FA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2B0F5A-D9D2-EDD2-207C-3E967C14D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BEEDE8-6736-5674-ACB9-4A75B3D1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82F2DA-52BB-97ED-D8A1-D1B3A90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8778D5-8B2A-74BF-E1B5-BB5ABA00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70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6E4D2-F8E7-8FCC-95E9-22CFCF7A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911FE-DDE0-CBF8-1E73-16A301424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2B67FF-E13D-ADB0-F8B6-E1A19170E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2C55E5-E626-0659-5C04-2D0A28611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9D7508-ACD9-AE72-F3AB-DB3E90BBA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3AB0E9-77FE-8691-DB9D-26060BEE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1382C1-C672-E61D-30B6-F30BD006C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E4B152-12D1-3EB0-4498-03B6071C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737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B74AA-7B91-2057-7394-FE988A814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A4007D-6C88-B9F5-8B59-5CFBF41A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DE9C1D-F693-DBCB-E4A6-68837FA7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4D092C-42BE-B3F9-5F98-5BC6CCB7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98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1DC483-98DA-88F8-7B23-199841BD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E06BC2-2EEC-6FF1-E07D-43F44AB0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44585D-6E5E-F460-E403-D032EF11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71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80EDC-D9D4-960F-7091-82FF3210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57F31F-F210-0744-0FA1-09B0E4345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3080F1-AD93-590C-A590-001DD6671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6A8E22-9487-DA51-BEF7-FB8F5A1F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39A020-CBC3-505E-CBDC-0409FC483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FA3715-D674-377A-9BA8-67A9E12F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00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58F12-29EB-F41C-1513-F524F08E8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82C441-865F-0E42-7D09-7860E3D04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577BFC-365E-42D7-2C8B-968687DDF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5AEBAC-CC3B-3386-EAE3-2D818B08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AE3648-363D-4417-1EC7-65CB2C10D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EBECFD-49CA-B893-1A06-D69C640E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531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C2656-E625-99C2-F2E2-2FF254CAF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782344-B9D8-2FEC-94CF-FF00FC316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2C56C5-22AD-F430-50C2-A712C64F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93C636-FA0A-BC4E-185D-6F3056A62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8F9C65-62AB-8FDC-98D6-0BA962F9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492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FF7DF2-6C50-3E4B-ECFC-5F9818CED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AE8128-8303-C88B-5CA9-B01D16904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6FE658-CE2C-7975-94B1-F3E15D04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22294-2DAB-575C-3476-26D38BC2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EF04C0-FE4E-F230-EEDF-297FAC57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6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0FC171-9CBC-FDC4-EB59-F0596EA7D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25F3C3-56FB-6C04-EDE6-5BA619CB8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77CE51-75E5-6A01-116E-2CC1F2BE7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8FE92-352A-4F29-A53E-D4449191C06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CC3C8-1CA8-AEC6-0618-BDD6FC5AD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083776-1A58-B3CE-9766-4C5DD2F7E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50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F4409-80D8-A8D3-AD17-3A02DEA82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ko-KR" altLang="en-US" b="1" dirty="0"/>
              <a:t>강화학습 </a:t>
            </a:r>
            <a:r>
              <a:rPr lang="en-US" altLang="ko-KR" b="1" dirty="0"/>
              <a:t>5</a:t>
            </a:r>
            <a:r>
              <a:rPr lang="ko-KR" altLang="en-US" b="1" dirty="0"/>
              <a:t>주차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7C472A-6CCF-5C71-FC43-395DC3CD2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numCol="2">
            <a:normAutofit/>
          </a:bodyPr>
          <a:lstStyle/>
          <a:p>
            <a:pPr algn="l"/>
            <a:r>
              <a:rPr lang="ko-KR" altLang="en-US" sz="1400" b="1" dirty="0"/>
              <a:t>과목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강화학습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담당 교수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박태형</a:t>
            </a:r>
            <a:r>
              <a:rPr lang="ko-KR" altLang="en-US" sz="1400" dirty="0"/>
              <a:t> 교수님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학과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지능로봇공학과 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학번</a:t>
            </a:r>
            <a:r>
              <a:rPr lang="ko-KR" altLang="en-US" sz="1400" dirty="0"/>
              <a:t> </a:t>
            </a:r>
            <a:r>
              <a:rPr lang="en-US" altLang="ko-KR" sz="1400" dirty="0"/>
              <a:t>: 2023042028 </a:t>
            </a:r>
          </a:p>
          <a:p>
            <a:pPr algn="l"/>
            <a:r>
              <a:rPr lang="ko-KR" altLang="en-US" sz="1400" b="1" dirty="0"/>
              <a:t>이름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권택주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7943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9D9EA-0813-88A7-BA4D-27033C23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6F030-CEE2-BB64-9323-60BFA127E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/>
              <a:t>과제 정의</a:t>
            </a:r>
            <a:endParaRPr lang="en-US" altLang="ko-KR" sz="2400" b="1" dirty="0"/>
          </a:p>
          <a:p>
            <a:pPr lvl="1"/>
            <a:r>
              <a:rPr lang="en-US" altLang="ko-KR" sz="2000" dirty="0"/>
              <a:t>Monte Carlo Method</a:t>
            </a:r>
          </a:p>
          <a:p>
            <a:pPr lvl="2"/>
            <a:r>
              <a:rPr lang="en-US" altLang="ko-KR" dirty="0"/>
              <a:t>epsilon</a:t>
            </a:r>
          </a:p>
          <a:p>
            <a:pPr lvl="2"/>
            <a:r>
              <a:rPr lang="en-US" altLang="ko-KR" dirty="0"/>
              <a:t>alpha</a:t>
            </a:r>
          </a:p>
          <a:p>
            <a:pPr marL="0" indent="0">
              <a:buNone/>
            </a:pPr>
            <a:r>
              <a:rPr lang="ko-KR" altLang="en-US" sz="2400" b="1" dirty="0"/>
              <a:t>과제 풀이</a:t>
            </a:r>
            <a:endParaRPr lang="en-US" altLang="ko-KR" sz="2400" b="1" dirty="0"/>
          </a:p>
          <a:p>
            <a:pPr lvl="1"/>
            <a:r>
              <a:rPr lang="en-US" altLang="ko-KR" sz="2000" dirty="0"/>
              <a:t>Monte Carlo Method</a:t>
            </a:r>
          </a:p>
          <a:p>
            <a:pPr lvl="2"/>
            <a:r>
              <a:rPr lang="en-US" altLang="ko-KR" dirty="0"/>
              <a:t>epsilon</a:t>
            </a:r>
          </a:p>
          <a:p>
            <a:pPr lvl="2"/>
            <a:r>
              <a:rPr lang="en-US" altLang="ko-KR" dirty="0"/>
              <a:t>alpha</a:t>
            </a:r>
          </a:p>
          <a:p>
            <a:pPr marL="0" indent="0">
              <a:buNone/>
            </a:pPr>
            <a:r>
              <a:rPr lang="ko-KR" altLang="en-US" sz="2400" b="1" dirty="0"/>
              <a:t>과제 결과</a:t>
            </a:r>
          </a:p>
        </p:txBody>
      </p:sp>
    </p:spTree>
    <p:extLst>
      <p:ext uri="{BB962C8B-B14F-4D97-AF65-F5344CB8AC3E}">
        <p14:creationId xmlns:p14="http://schemas.microsoft.com/office/powerpoint/2010/main" val="1637662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27BBC-72BE-06DC-75C8-8FAC63FEC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C253FF-60EB-DEE0-16F2-A00B97586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Monte Carlo Method</a:t>
            </a:r>
          </a:p>
          <a:p>
            <a:pPr lvl="1"/>
            <a:r>
              <a:rPr lang="ko-KR" altLang="en-US" dirty="0"/>
              <a:t>반복적인 무작위 샘플링에 의존하는 계산 알고리즘</a:t>
            </a:r>
            <a:endParaRPr lang="en-US" altLang="ko-KR" dirty="0"/>
          </a:p>
          <a:p>
            <a:pPr lvl="1"/>
            <a:r>
              <a:rPr lang="ko-KR" altLang="en-US" dirty="0"/>
              <a:t>효율적인 계산을 위해 </a:t>
            </a:r>
            <a:r>
              <a:rPr lang="en-US" altLang="ko-KR" dirty="0"/>
              <a:t>Return</a:t>
            </a:r>
            <a:r>
              <a:rPr lang="ko-KR" altLang="en-US" dirty="0"/>
              <a:t>을 에피소드 끝에서 역방향으로 계산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b="1" dirty="0"/>
              <a:t>Epsilon</a:t>
            </a:r>
          </a:p>
          <a:p>
            <a:pPr lvl="1"/>
            <a:r>
              <a:rPr lang="ko-KR" altLang="en-US" dirty="0"/>
              <a:t>증가 할 수록 </a:t>
            </a:r>
            <a:r>
              <a:rPr lang="en-US" altLang="ko-KR" dirty="0"/>
              <a:t>Exploration </a:t>
            </a:r>
            <a:r>
              <a:rPr lang="ko-KR" altLang="en-US" dirty="0"/>
              <a:t>비율 증가</a:t>
            </a:r>
            <a:r>
              <a:rPr lang="en-US" altLang="ko-KR" dirty="0"/>
              <a:t>. </a:t>
            </a:r>
            <a:r>
              <a:rPr lang="ko-KR" altLang="en-US" dirty="0"/>
              <a:t>이에 따라 다양한 </a:t>
            </a:r>
            <a:r>
              <a:rPr lang="en-US" altLang="ko-KR" dirty="0"/>
              <a:t>State Action pair </a:t>
            </a:r>
            <a:r>
              <a:rPr lang="ko-KR" altLang="en-US" dirty="0"/>
              <a:t>학습</a:t>
            </a:r>
            <a:r>
              <a:rPr lang="en-US" altLang="ko-KR" dirty="0"/>
              <a:t>, Q Function</a:t>
            </a:r>
            <a:r>
              <a:rPr lang="ko-KR" altLang="en-US" dirty="0"/>
              <a:t>과 최종 </a:t>
            </a:r>
            <a:r>
              <a:rPr lang="en-US" altLang="ko-KR" dirty="0"/>
              <a:t>Policy</a:t>
            </a:r>
            <a:r>
              <a:rPr lang="ko-KR" altLang="en-US" dirty="0"/>
              <a:t>의 형태 변화</a:t>
            </a:r>
            <a:endParaRPr lang="en-US" altLang="ko-KR" dirty="0"/>
          </a:p>
          <a:p>
            <a:r>
              <a:rPr lang="en-US" altLang="ko-KR" b="1" dirty="0"/>
              <a:t>Alpha</a:t>
            </a:r>
          </a:p>
          <a:p>
            <a:pPr lvl="1"/>
            <a:r>
              <a:rPr lang="ko-KR" altLang="en-US" dirty="0"/>
              <a:t>예측한 </a:t>
            </a:r>
            <a:r>
              <a:rPr lang="en-US" altLang="ko-KR" dirty="0"/>
              <a:t>Q</a:t>
            </a:r>
            <a:r>
              <a:rPr lang="ko-KR" altLang="en-US" dirty="0"/>
              <a:t>값과 실제로 얻은 </a:t>
            </a:r>
            <a:r>
              <a:rPr lang="en-US" altLang="ko-KR" dirty="0"/>
              <a:t>Return</a:t>
            </a:r>
            <a:r>
              <a:rPr lang="ko-KR" altLang="en-US" dirty="0"/>
              <a:t>의 차이 반영 정도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64923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164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Monte Carlo Method - Epsilon</a:t>
            </a:r>
            <a:endParaRPr lang="ko-KR" altLang="en-US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2914935-A38F-49A6-2C79-46070192F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522743"/>
              </p:ext>
            </p:extLst>
          </p:nvPr>
        </p:nvGraphicFramePr>
        <p:xfrm>
          <a:off x="566057" y="2525485"/>
          <a:ext cx="11059885" cy="3432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1977">
                  <a:extLst>
                    <a:ext uri="{9D8B030D-6E8A-4147-A177-3AD203B41FA5}">
                      <a16:colId xmlns:a16="http://schemas.microsoft.com/office/drawing/2014/main" val="2939930957"/>
                    </a:ext>
                  </a:extLst>
                </a:gridCol>
                <a:gridCol w="2211977">
                  <a:extLst>
                    <a:ext uri="{9D8B030D-6E8A-4147-A177-3AD203B41FA5}">
                      <a16:colId xmlns:a16="http://schemas.microsoft.com/office/drawing/2014/main" val="1777662470"/>
                    </a:ext>
                  </a:extLst>
                </a:gridCol>
                <a:gridCol w="2211977">
                  <a:extLst>
                    <a:ext uri="{9D8B030D-6E8A-4147-A177-3AD203B41FA5}">
                      <a16:colId xmlns:a16="http://schemas.microsoft.com/office/drawing/2014/main" val="3235528185"/>
                    </a:ext>
                  </a:extLst>
                </a:gridCol>
                <a:gridCol w="2211977">
                  <a:extLst>
                    <a:ext uri="{9D8B030D-6E8A-4147-A177-3AD203B41FA5}">
                      <a16:colId xmlns:a16="http://schemas.microsoft.com/office/drawing/2014/main" val="2294314663"/>
                    </a:ext>
                  </a:extLst>
                </a:gridCol>
                <a:gridCol w="2211977">
                  <a:extLst>
                    <a:ext uri="{9D8B030D-6E8A-4147-A177-3AD203B41FA5}">
                      <a16:colId xmlns:a16="http://schemas.microsoft.com/office/drawing/2014/main" val="466102674"/>
                    </a:ext>
                  </a:extLst>
                </a:gridCol>
              </a:tblGrid>
              <a:tr h="3091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0.01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0.05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0.1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0.3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0.5</a:t>
                      </a:r>
                      <a:endParaRPr lang="ko-KR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982650"/>
                  </a:ext>
                </a:extLst>
              </a:tr>
              <a:tr h="3035877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blipFill dpi="0" rotWithShape="1"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blipFill dpi="0"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blipFill dpi="0"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blipFill dpi="0" rotWithShape="1"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blipFill dpi="0" rotWithShape="1"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068858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76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164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Monte Carlo Method - Epsilon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67B59-952B-A6C2-1647-BE025B36AA19}"/>
              </a:ext>
            </a:extLst>
          </p:cNvPr>
          <p:cNvSpPr txBox="1"/>
          <p:nvPr/>
        </p:nvSpPr>
        <p:spPr>
          <a:xfrm>
            <a:off x="951738" y="2387272"/>
            <a:ext cx="104020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엡실론은 비율 결정</a:t>
            </a:r>
            <a:r>
              <a:rPr lang="en-US" altLang="ko-KR" dirty="0"/>
              <a:t>. </a:t>
            </a:r>
            <a:r>
              <a:rPr lang="ko-KR" altLang="en-US" dirty="0"/>
              <a:t>크기가 커질 수록 현재 </a:t>
            </a:r>
            <a:r>
              <a:rPr lang="en-US" altLang="ko-KR" dirty="0"/>
              <a:t>Greedy Action</a:t>
            </a:r>
            <a:r>
              <a:rPr lang="ko-KR" altLang="en-US" dirty="0"/>
              <a:t> 이외 행동을 선택할 확률 증가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0.01</a:t>
            </a:r>
            <a:r>
              <a:rPr lang="en-US" altLang="ko-KR" dirty="0"/>
              <a:t> : </a:t>
            </a:r>
            <a:r>
              <a:rPr lang="ko-KR" altLang="en-US" dirty="0"/>
              <a:t>주로 실제 이동 경로</a:t>
            </a:r>
            <a:r>
              <a:rPr lang="en-US" altLang="ko-KR" dirty="0"/>
              <a:t>. </a:t>
            </a:r>
            <a:r>
              <a:rPr lang="ko-KR" altLang="en-US" dirty="0"/>
              <a:t>탐색 확률이 낮아 기존에 높은 </a:t>
            </a:r>
            <a:r>
              <a:rPr lang="en-US" altLang="ko-KR" dirty="0"/>
              <a:t>Q</a:t>
            </a:r>
            <a:r>
              <a:rPr lang="ko-KR" altLang="en-US" dirty="0"/>
              <a:t>값을 가진 행동을 반복적으로 선택</a:t>
            </a:r>
            <a:r>
              <a:rPr lang="en-US" altLang="ko-KR" dirty="0"/>
              <a:t>, </a:t>
            </a:r>
            <a:r>
              <a:rPr lang="ko-KR" altLang="en-US" dirty="0"/>
              <a:t>일부 </a:t>
            </a:r>
            <a:r>
              <a:rPr lang="en-US" altLang="ko-KR" dirty="0"/>
              <a:t>State Action</a:t>
            </a:r>
            <a:r>
              <a:rPr lang="ko-KR" altLang="en-US" dirty="0"/>
              <a:t>은 탐색되지 않아 </a:t>
            </a:r>
            <a:r>
              <a:rPr lang="en-US" altLang="ko-KR" dirty="0"/>
              <a:t>Q</a:t>
            </a:r>
            <a:r>
              <a:rPr lang="ko-KR" altLang="en-US" dirty="0"/>
              <a:t>값이 </a:t>
            </a:r>
            <a:r>
              <a:rPr lang="en-US" altLang="ko-KR" dirty="0"/>
              <a:t>0</a:t>
            </a:r>
            <a:r>
              <a:rPr lang="ko-KR" altLang="en-US" dirty="0"/>
              <a:t> 근처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0.05</a:t>
            </a:r>
            <a:r>
              <a:rPr lang="en-US" altLang="ko-KR" dirty="0"/>
              <a:t> : 0.01</a:t>
            </a:r>
            <a:r>
              <a:rPr lang="ko-KR" altLang="en-US" dirty="0"/>
              <a:t>보다 탐색 빈도가 증가해 더 많은 </a:t>
            </a:r>
            <a:r>
              <a:rPr lang="en-US" altLang="ko-KR" dirty="0"/>
              <a:t>State Action</a:t>
            </a:r>
            <a:r>
              <a:rPr lang="ko-KR" altLang="en-US" dirty="0"/>
              <a:t>의 </a:t>
            </a:r>
            <a:r>
              <a:rPr lang="en-US" altLang="ko-KR" dirty="0"/>
              <a:t>Q</a:t>
            </a:r>
            <a:r>
              <a:rPr lang="ko-KR" altLang="en-US" dirty="0"/>
              <a:t>값 갱신</a:t>
            </a:r>
            <a:r>
              <a:rPr lang="en-US" altLang="ko-KR" dirty="0"/>
              <a:t>. </a:t>
            </a:r>
            <a:r>
              <a:rPr lang="ko-KR" altLang="en-US" dirty="0"/>
              <a:t>이에 따라 </a:t>
            </a:r>
            <a:r>
              <a:rPr lang="en-US" altLang="ko-KR" dirty="0"/>
              <a:t>Greedy Policy </a:t>
            </a:r>
            <a:r>
              <a:rPr lang="ko-KR" altLang="en-US" dirty="0"/>
              <a:t>일부 방향 변화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0.1</a:t>
            </a:r>
            <a:r>
              <a:rPr lang="en-US" altLang="ko-KR" dirty="0"/>
              <a:t> : </a:t>
            </a:r>
            <a:r>
              <a:rPr lang="ko-KR" altLang="en-US" dirty="0"/>
              <a:t>그리드 전체에 </a:t>
            </a:r>
            <a:r>
              <a:rPr lang="en-US" altLang="ko-KR" dirty="0"/>
              <a:t>Q</a:t>
            </a:r>
            <a:r>
              <a:rPr lang="ko-KR" altLang="en-US" dirty="0"/>
              <a:t>값이 넓게 형성</a:t>
            </a:r>
            <a:r>
              <a:rPr lang="en-US" altLang="ko-KR" dirty="0"/>
              <a:t>. Greedy</a:t>
            </a:r>
            <a:r>
              <a:rPr lang="ko-KR" altLang="en-US" dirty="0"/>
              <a:t> </a:t>
            </a:r>
            <a:r>
              <a:rPr lang="en-US" altLang="ko-KR" dirty="0"/>
              <a:t>Action</a:t>
            </a:r>
            <a:r>
              <a:rPr lang="ko-KR" altLang="en-US" dirty="0"/>
              <a:t> </a:t>
            </a:r>
            <a:r>
              <a:rPr lang="en-US" altLang="ko-KR" dirty="0"/>
              <a:t>92.5% </a:t>
            </a:r>
            <a:r>
              <a:rPr lang="ko-KR" altLang="en-US" dirty="0"/>
              <a:t>선택</a:t>
            </a:r>
            <a:r>
              <a:rPr lang="en-US" altLang="ko-KR" dirty="0"/>
              <a:t>, </a:t>
            </a:r>
            <a:r>
              <a:rPr lang="ko-KR" altLang="en-US" dirty="0"/>
              <a:t>나머지 행동을 일정 확률로 탐색해 비교적 다양한 </a:t>
            </a:r>
            <a:r>
              <a:rPr lang="en-US" altLang="ko-KR" dirty="0"/>
              <a:t>State Action</a:t>
            </a:r>
            <a:r>
              <a:rPr lang="ko-KR" altLang="en-US" dirty="0"/>
              <a:t>의 </a:t>
            </a:r>
            <a:r>
              <a:rPr lang="en-US" altLang="ko-KR" dirty="0"/>
              <a:t>Q</a:t>
            </a:r>
            <a:r>
              <a:rPr lang="ko-KR" altLang="en-US" dirty="0"/>
              <a:t>값 형성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0.3</a:t>
            </a:r>
            <a:r>
              <a:rPr lang="en-US" altLang="ko-KR" dirty="0"/>
              <a:t> : Q</a:t>
            </a:r>
            <a:r>
              <a:rPr lang="ko-KR" altLang="en-US" dirty="0"/>
              <a:t>값 분포 변화</a:t>
            </a:r>
            <a:r>
              <a:rPr lang="en-US" altLang="ko-KR" dirty="0"/>
              <a:t>. </a:t>
            </a:r>
            <a:r>
              <a:rPr lang="ko-KR" altLang="en-US" dirty="0"/>
              <a:t>엡실론이 커지면서 강한 </a:t>
            </a:r>
            <a:r>
              <a:rPr lang="ko-KR" altLang="en-US" dirty="0" err="1"/>
              <a:t>음수값</a:t>
            </a:r>
            <a:r>
              <a:rPr lang="ko-KR" altLang="en-US" dirty="0"/>
              <a:t> 발생</a:t>
            </a:r>
            <a:r>
              <a:rPr lang="en-US" altLang="ko-KR" dirty="0"/>
              <a:t>, </a:t>
            </a:r>
            <a:r>
              <a:rPr lang="ko-KR" altLang="en-US" dirty="0"/>
              <a:t>여러 </a:t>
            </a:r>
            <a:r>
              <a:rPr lang="en-US" altLang="ko-KR" dirty="0"/>
              <a:t>Action</a:t>
            </a:r>
            <a:r>
              <a:rPr lang="ko-KR" altLang="en-US" dirty="0"/>
              <a:t>을 경험해 </a:t>
            </a:r>
            <a:r>
              <a:rPr lang="en-US" altLang="ko-KR" dirty="0"/>
              <a:t>State</a:t>
            </a:r>
            <a:r>
              <a:rPr lang="ko-KR" altLang="en-US" dirty="0"/>
              <a:t>별 </a:t>
            </a:r>
            <a:r>
              <a:rPr lang="en-US" altLang="ko-KR" dirty="0"/>
              <a:t>Q</a:t>
            </a:r>
            <a:r>
              <a:rPr lang="ko-KR" altLang="en-US" dirty="0"/>
              <a:t>값 차이 나타남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0.5</a:t>
            </a:r>
            <a:r>
              <a:rPr lang="en-US" altLang="ko-KR" dirty="0"/>
              <a:t> : Greedy Action</a:t>
            </a:r>
            <a:r>
              <a:rPr lang="ko-KR" altLang="en-US" dirty="0"/>
              <a:t> 선택 확률 </a:t>
            </a:r>
            <a:r>
              <a:rPr lang="en-US" altLang="ko-KR" dirty="0"/>
              <a:t>62.5%</a:t>
            </a:r>
            <a:r>
              <a:rPr lang="ko-KR" altLang="en-US" dirty="0"/>
              <a:t>까지 감소해 탐색 비중 증가</a:t>
            </a:r>
            <a:r>
              <a:rPr lang="en-US" altLang="ko-KR" dirty="0"/>
              <a:t>. </a:t>
            </a:r>
            <a:r>
              <a:rPr lang="ko-KR" altLang="en-US" dirty="0"/>
              <a:t>좋은 </a:t>
            </a:r>
            <a:r>
              <a:rPr lang="en-US" altLang="ko-KR" dirty="0"/>
              <a:t>Policy</a:t>
            </a:r>
            <a:r>
              <a:rPr lang="ko-KR" altLang="en-US" dirty="0"/>
              <a:t> 활용 못해 </a:t>
            </a:r>
            <a:r>
              <a:rPr lang="en-US" altLang="ko-KR" dirty="0"/>
              <a:t>Return</a:t>
            </a:r>
            <a:r>
              <a:rPr lang="ko-KR" altLang="en-US" dirty="0"/>
              <a:t>이 불안정해지고 최종 </a:t>
            </a:r>
            <a:r>
              <a:rPr lang="en-US" altLang="ko-KR" dirty="0"/>
              <a:t>Greedy Policy</a:t>
            </a:r>
            <a:r>
              <a:rPr lang="ko-KR" altLang="en-US" dirty="0"/>
              <a:t> 변동성 증가</a:t>
            </a:r>
          </a:p>
        </p:txBody>
      </p:sp>
    </p:spTree>
    <p:extLst>
      <p:ext uri="{BB962C8B-B14F-4D97-AF65-F5344CB8AC3E}">
        <p14:creationId xmlns:p14="http://schemas.microsoft.com/office/powerpoint/2010/main" val="445456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164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Monte Carlo Method - alpha</a:t>
            </a:r>
            <a:endParaRPr lang="ko-KR" altLang="en-US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310EFC3-BCD6-55C4-321B-0E4B59F33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307807"/>
              </p:ext>
            </p:extLst>
          </p:nvPr>
        </p:nvGraphicFramePr>
        <p:xfrm>
          <a:off x="566057" y="2525485"/>
          <a:ext cx="11059885" cy="3432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1977">
                  <a:extLst>
                    <a:ext uri="{9D8B030D-6E8A-4147-A177-3AD203B41FA5}">
                      <a16:colId xmlns:a16="http://schemas.microsoft.com/office/drawing/2014/main" val="2939930957"/>
                    </a:ext>
                  </a:extLst>
                </a:gridCol>
                <a:gridCol w="2211977">
                  <a:extLst>
                    <a:ext uri="{9D8B030D-6E8A-4147-A177-3AD203B41FA5}">
                      <a16:colId xmlns:a16="http://schemas.microsoft.com/office/drawing/2014/main" val="1777662470"/>
                    </a:ext>
                  </a:extLst>
                </a:gridCol>
                <a:gridCol w="2211977">
                  <a:extLst>
                    <a:ext uri="{9D8B030D-6E8A-4147-A177-3AD203B41FA5}">
                      <a16:colId xmlns:a16="http://schemas.microsoft.com/office/drawing/2014/main" val="3235528185"/>
                    </a:ext>
                  </a:extLst>
                </a:gridCol>
                <a:gridCol w="2211977">
                  <a:extLst>
                    <a:ext uri="{9D8B030D-6E8A-4147-A177-3AD203B41FA5}">
                      <a16:colId xmlns:a16="http://schemas.microsoft.com/office/drawing/2014/main" val="2294314663"/>
                    </a:ext>
                  </a:extLst>
                </a:gridCol>
                <a:gridCol w="2211977">
                  <a:extLst>
                    <a:ext uri="{9D8B030D-6E8A-4147-A177-3AD203B41FA5}">
                      <a16:colId xmlns:a16="http://schemas.microsoft.com/office/drawing/2014/main" val="466102674"/>
                    </a:ext>
                  </a:extLst>
                </a:gridCol>
              </a:tblGrid>
              <a:tr h="3091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0.01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0.05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0.1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0.3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0.5</a:t>
                      </a:r>
                      <a:endParaRPr lang="ko-KR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982650"/>
                  </a:ext>
                </a:extLst>
              </a:tr>
              <a:tr h="3035877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blipFill dpi="0" rotWithShape="1"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blipFill dpi="0"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blipFill dpi="0"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blipFill dpi="0" rotWithShape="1"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blipFill dpi="0" rotWithShape="1"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068858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7347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164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Monte Carlo Method - alpha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2F8D02-3666-D697-123F-252D611E4339}"/>
              </a:ext>
            </a:extLst>
          </p:cNvPr>
          <p:cNvSpPr txBox="1"/>
          <p:nvPr/>
        </p:nvSpPr>
        <p:spPr>
          <a:xfrm>
            <a:off x="433086" y="2204646"/>
            <a:ext cx="115327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Alpha</a:t>
            </a:r>
            <a:r>
              <a:rPr lang="ko-KR" altLang="en-US" dirty="0"/>
              <a:t>는 해당 </a:t>
            </a:r>
            <a:r>
              <a:rPr lang="en-US" altLang="ko-KR" dirty="0"/>
              <a:t>Episode</a:t>
            </a:r>
            <a:r>
              <a:rPr lang="ko-KR" altLang="en-US" dirty="0"/>
              <a:t>에서 얻은 </a:t>
            </a:r>
            <a:r>
              <a:rPr lang="en-US" altLang="ko-KR" dirty="0"/>
              <a:t>G</a:t>
            </a:r>
            <a:r>
              <a:rPr lang="ko-KR" altLang="en-US" dirty="0"/>
              <a:t>를 기존 </a:t>
            </a:r>
            <a:r>
              <a:rPr lang="en-US" altLang="ko-KR" dirty="0"/>
              <a:t>Q</a:t>
            </a:r>
            <a:r>
              <a:rPr lang="ko-KR" altLang="en-US" dirty="0"/>
              <a:t>에 얼마나 강하게 넣을 것인가</a:t>
            </a:r>
            <a:r>
              <a:rPr lang="en-US" altLang="ko-KR" dirty="0"/>
              <a:t>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최신</a:t>
            </a:r>
            <a:r>
              <a:rPr lang="en-US" altLang="ko-KR" dirty="0"/>
              <a:t> Return</a:t>
            </a:r>
            <a:r>
              <a:rPr lang="ko-KR" altLang="en-US" dirty="0"/>
              <a:t>에 더 큰 가중치를 주는 </a:t>
            </a:r>
            <a:r>
              <a:rPr lang="en-US" altLang="ko-KR" dirty="0"/>
              <a:t>Exponential Moving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0.01</a:t>
            </a:r>
            <a:r>
              <a:rPr lang="en-US" altLang="ko-KR" dirty="0"/>
              <a:t> : </a:t>
            </a:r>
            <a:r>
              <a:rPr lang="ko-KR" altLang="en-US" dirty="0" err="1"/>
              <a:t>학습률이</a:t>
            </a:r>
            <a:r>
              <a:rPr lang="ko-KR" altLang="en-US" dirty="0"/>
              <a:t> 매우 작아 </a:t>
            </a:r>
            <a:r>
              <a:rPr lang="en-US" altLang="ko-KR" dirty="0"/>
              <a:t>Q</a:t>
            </a:r>
            <a:r>
              <a:rPr lang="ko-KR" altLang="en-US" dirty="0"/>
              <a:t>값 변화가 느리며</a:t>
            </a:r>
            <a:r>
              <a:rPr lang="en-US" altLang="ko-KR" dirty="0"/>
              <a:t>, </a:t>
            </a:r>
            <a:r>
              <a:rPr lang="ko-KR" altLang="en-US" dirty="0"/>
              <a:t>방문 횟수가 적은 </a:t>
            </a:r>
            <a:r>
              <a:rPr lang="en-US" altLang="ko-KR" dirty="0"/>
              <a:t>State-Action</a:t>
            </a:r>
            <a:r>
              <a:rPr lang="ko-KR" altLang="en-US" dirty="0"/>
              <a:t>은 초기값인 </a:t>
            </a:r>
            <a:r>
              <a:rPr lang="en-US" altLang="ko-KR" dirty="0"/>
              <a:t>0</a:t>
            </a:r>
            <a:r>
              <a:rPr lang="ko-KR" altLang="en-US" dirty="0"/>
              <a:t>근처에 머무를 가능성 증가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0.05</a:t>
            </a:r>
            <a:r>
              <a:rPr lang="en-US" altLang="ko-KR" dirty="0"/>
              <a:t> : 0.01</a:t>
            </a:r>
            <a:r>
              <a:rPr lang="ko-KR" altLang="en-US" dirty="0"/>
              <a:t>보다 </a:t>
            </a:r>
            <a:r>
              <a:rPr lang="en-US" altLang="ko-KR" dirty="0"/>
              <a:t>Q </a:t>
            </a:r>
            <a:r>
              <a:rPr lang="ko-KR" altLang="en-US" dirty="0"/>
              <a:t>오차 </a:t>
            </a:r>
            <a:r>
              <a:rPr lang="ko-KR" altLang="en-US" dirty="0" err="1"/>
              <a:t>갱신량</a:t>
            </a:r>
            <a:r>
              <a:rPr lang="ko-KR" altLang="en-US" dirty="0"/>
              <a:t> 반영 비율이 </a:t>
            </a:r>
            <a:r>
              <a:rPr lang="en-US" altLang="ko-KR" dirty="0"/>
              <a:t>5</a:t>
            </a:r>
            <a:r>
              <a:rPr lang="ko-KR" altLang="en-US" dirty="0"/>
              <a:t>배 커져 빠른 학습 진행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State Action</a:t>
            </a:r>
            <a:r>
              <a:rPr lang="ko-KR" altLang="en-US" dirty="0"/>
              <a:t>간 </a:t>
            </a:r>
            <a:r>
              <a:rPr lang="en-US" altLang="ko-KR" dirty="0"/>
              <a:t>Q</a:t>
            </a:r>
            <a:r>
              <a:rPr lang="ko-KR" altLang="en-US" dirty="0"/>
              <a:t>값 차이가 더 </a:t>
            </a:r>
            <a:r>
              <a:rPr lang="ko-KR" altLang="en-US" dirty="0" err="1"/>
              <a:t>뚜렷해짐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0.1</a:t>
            </a:r>
            <a:r>
              <a:rPr lang="en-US" altLang="ko-KR" dirty="0"/>
              <a:t> : </a:t>
            </a:r>
            <a:r>
              <a:rPr lang="ko-KR" altLang="en-US" dirty="0"/>
              <a:t>그리드 전체에 큐 값이 넓게 형성</a:t>
            </a:r>
            <a:r>
              <a:rPr lang="en-US" altLang="ko-KR" dirty="0"/>
              <a:t>. </a:t>
            </a:r>
            <a:r>
              <a:rPr lang="ko-KR" altLang="en-US" dirty="0"/>
              <a:t>과거 </a:t>
            </a:r>
            <a:r>
              <a:rPr lang="en-US" altLang="ko-KR" dirty="0"/>
              <a:t>Q</a:t>
            </a:r>
            <a:r>
              <a:rPr lang="ko-KR" altLang="en-US" dirty="0"/>
              <a:t>값 </a:t>
            </a:r>
            <a:r>
              <a:rPr lang="en-US" altLang="ko-KR" dirty="0"/>
              <a:t>90%, </a:t>
            </a:r>
            <a:r>
              <a:rPr lang="ko-KR" altLang="en-US" dirty="0"/>
              <a:t>새로운 </a:t>
            </a:r>
            <a:r>
              <a:rPr lang="en-US" altLang="ko-KR" dirty="0"/>
              <a:t>G</a:t>
            </a:r>
            <a:r>
              <a:rPr lang="ko-KR" altLang="en-US" dirty="0"/>
              <a:t>값 </a:t>
            </a:r>
            <a:r>
              <a:rPr lang="en-US" altLang="ko-KR" dirty="0"/>
              <a:t>10% </a:t>
            </a:r>
            <a:r>
              <a:rPr lang="ko-KR" altLang="en-US" dirty="0"/>
              <a:t>반영</a:t>
            </a:r>
            <a:r>
              <a:rPr lang="en-US" altLang="ko-KR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0.3</a:t>
            </a:r>
            <a:r>
              <a:rPr lang="en-US" altLang="ko-KR" dirty="0"/>
              <a:t> : </a:t>
            </a:r>
            <a:r>
              <a:rPr lang="ko-KR" altLang="en-US" dirty="0"/>
              <a:t>한 </a:t>
            </a:r>
            <a:r>
              <a:rPr lang="en-US" altLang="ko-KR" dirty="0"/>
              <a:t>Episode</a:t>
            </a:r>
            <a:r>
              <a:rPr lang="ko-KR" altLang="en-US" dirty="0"/>
              <a:t>의 </a:t>
            </a:r>
            <a:r>
              <a:rPr lang="en-US" altLang="ko-KR" dirty="0"/>
              <a:t>Return</a:t>
            </a:r>
            <a:r>
              <a:rPr lang="ko-KR" altLang="en-US" dirty="0"/>
              <a:t>이 </a:t>
            </a:r>
            <a:r>
              <a:rPr lang="en-US" altLang="ko-KR" dirty="0"/>
              <a:t>Q</a:t>
            </a:r>
            <a:r>
              <a:rPr lang="ko-KR" altLang="en-US" dirty="0"/>
              <a:t>에 미치는 영향 증가해</a:t>
            </a:r>
            <a:r>
              <a:rPr lang="en-US" altLang="ko-KR" dirty="0"/>
              <a:t> Return</a:t>
            </a:r>
            <a:r>
              <a:rPr lang="ko-KR" altLang="en-US" dirty="0"/>
              <a:t>에 따라 </a:t>
            </a:r>
            <a:r>
              <a:rPr lang="en-US" altLang="ko-KR" dirty="0"/>
              <a:t>Q</a:t>
            </a:r>
            <a:r>
              <a:rPr lang="ko-KR" altLang="en-US" dirty="0"/>
              <a:t>값이 빠르게 변화 </a:t>
            </a:r>
            <a:r>
              <a:rPr lang="en-US" altLang="ko-KR" dirty="0"/>
              <a:t>(</a:t>
            </a:r>
            <a:r>
              <a:rPr lang="ko-KR" altLang="en-US" dirty="0"/>
              <a:t>증가 및 감소</a:t>
            </a:r>
            <a:r>
              <a:rPr lang="en-US" altLang="ko-KR" dirty="0"/>
              <a:t>). 0.1</a:t>
            </a:r>
            <a:r>
              <a:rPr lang="ko-KR" altLang="en-US" dirty="0"/>
              <a:t>보다 </a:t>
            </a:r>
            <a:r>
              <a:rPr lang="en-US" altLang="ko-KR" dirty="0"/>
              <a:t>Q</a:t>
            </a:r>
            <a:r>
              <a:rPr lang="ko-KR" altLang="en-US" dirty="0"/>
              <a:t>값 변화폭 증가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0.5</a:t>
            </a:r>
            <a:r>
              <a:rPr lang="en-US" altLang="ko-KR" dirty="0"/>
              <a:t> : </a:t>
            </a:r>
            <a:r>
              <a:rPr lang="ko-KR" altLang="en-US" dirty="0"/>
              <a:t>한 번의 </a:t>
            </a:r>
            <a:r>
              <a:rPr lang="en-US" altLang="ko-KR" dirty="0"/>
              <a:t>Return</a:t>
            </a:r>
            <a:r>
              <a:rPr lang="ko-KR" altLang="en-US" dirty="0"/>
              <a:t>이 새로운 </a:t>
            </a:r>
            <a:r>
              <a:rPr lang="en-US" altLang="ko-KR" dirty="0"/>
              <a:t>Q</a:t>
            </a:r>
            <a:r>
              <a:rPr lang="ko-KR" altLang="en-US" dirty="0"/>
              <a:t>값의 </a:t>
            </a:r>
            <a:r>
              <a:rPr lang="en-US" altLang="ko-KR" dirty="0"/>
              <a:t>50% </a:t>
            </a:r>
            <a:r>
              <a:rPr lang="ko-KR" altLang="en-US" dirty="0"/>
              <a:t>반영</a:t>
            </a:r>
            <a:r>
              <a:rPr lang="en-US" altLang="ko-KR" dirty="0"/>
              <a:t>. </a:t>
            </a:r>
            <a:r>
              <a:rPr lang="ko-KR" altLang="en-US" dirty="0"/>
              <a:t>학습 속도는 빠르지만</a:t>
            </a:r>
            <a:r>
              <a:rPr lang="en-US" altLang="ko-KR" dirty="0"/>
              <a:t>, </a:t>
            </a:r>
            <a:r>
              <a:rPr lang="ko-KR" altLang="en-US" dirty="0"/>
              <a:t>최신 </a:t>
            </a:r>
            <a:r>
              <a:rPr lang="en-US" altLang="ko-KR" dirty="0"/>
              <a:t>Episode</a:t>
            </a:r>
            <a:r>
              <a:rPr lang="ko-KR" altLang="en-US" dirty="0"/>
              <a:t>의 영향 증가</a:t>
            </a:r>
            <a:r>
              <a:rPr lang="en-US" altLang="ko-KR" dirty="0"/>
              <a:t>. Episode </a:t>
            </a:r>
            <a:r>
              <a:rPr lang="ko-KR" altLang="en-US" dirty="0"/>
              <a:t>별 </a:t>
            </a:r>
            <a:r>
              <a:rPr lang="en-US" altLang="ko-KR" dirty="0"/>
              <a:t>Return </a:t>
            </a:r>
            <a:r>
              <a:rPr lang="ko-KR" altLang="en-US" dirty="0"/>
              <a:t>차이가 큰 경우 </a:t>
            </a:r>
            <a:r>
              <a:rPr lang="en-US" altLang="ko-KR" dirty="0"/>
              <a:t>Q</a:t>
            </a:r>
            <a:r>
              <a:rPr lang="ko-KR" altLang="en-US" dirty="0"/>
              <a:t>값의 변동성 증가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</a:t>
            </a:r>
            <a:r>
              <a:rPr lang="en-US" altLang="ko-KR" dirty="0"/>
              <a:t>, Alpha</a:t>
            </a:r>
            <a:r>
              <a:rPr lang="ko-KR" altLang="en-US" dirty="0"/>
              <a:t>가 증가할 수록 </a:t>
            </a:r>
            <a:r>
              <a:rPr lang="en-US" altLang="ko-KR" dirty="0"/>
              <a:t>Q</a:t>
            </a:r>
            <a:r>
              <a:rPr lang="ko-KR" altLang="en-US" dirty="0"/>
              <a:t>값 자체가 커지는 것이 아닌</a:t>
            </a:r>
            <a:r>
              <a:rPr lang="en-US" altLang="ko-KR" dirty="0"/>
              <a:t>, </a:t>
            </a:r>
            <a:r>
              <a:rPr lang="ko-KR" altLang="en-US" dirty="0"/>
              <a:t>최근 </a:t>
            </a:r>
            <a:r>
              <a:rPr lang="en-US" altLang="ko-KR" dirty="0"/>
              <a:t>Episode</a:t>
            </a:r>
            <a:r>
              <a:rPr lang="ko-KR" altLang="en-US" dirty="0"/>
              <a:t>에서 얻은 </a:t>
            </a:r>
            <a:r>
              <a:rPr lang="en-US" altLang="ko-KR" dirty="0"/>
              <a:t>Return</a:t>
            </a:r>
            <a:r>
              <a:rPr lang="ko-KR" altLang="en-US" dirty="0"/>
              <a:t>이 </a:t>
            </a:r>
            <a:r>
              <a:rPr lang="en-US" altLang="ko-KR" dirty="0"/>
              <a:t>Q</a:t>
            </a:r>
            <a:r>
              <a:rPr lang="ko-KR" altLang="en-US" dirty="0"/>
              <a:t>값에 미치는 영향과 </a:t>
            </a:r>
            <a:r>
              <a:rPr lang="en-US" altLang="ko-KR" dirty="0"/>
              <a:t>Q</a:t>
            </a:r>
            <a:r>
              <a:rPr lang="ko-KR" altLang="en-US" dirty="0"/>
              <a:t>값의 변화 폭 증가</a:t>
            </a:r>
          </a:p>
        </p:txBody>
      </p:sp>
    </p:spTree>
    <p:extLst>
      <p:ext uri="{BB962C8B-B14F-4D97-AF65-F5344CB8AC3E}">
        <p14:creationId xmlns:p14="http://schemas.microsoft.com/office/powerpoint/2010/main" val="490718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A8108-ED05-C8B3-538C-B61C977CD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4356A-B9C5-EDE9-1DDC-9DA3BC6B9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b="1" dirty="0"/>
              <a:t>Epsilon</a:t>
            </a:r>
          </a:p>
          <a:p>
            <a:pPr lvl="1"/>
            <a:r>
              <a:rPr lang="en-US" altLang="ko-KR" dirty="0"/>
              <a:t>Agent</a:t>
            </a:r>
            <a:r>
              <a:rPr lang="ko-KR" altLang="en-US" dirty="0"/>
              <a:t>가 다양한 </a:t>
            </a:r>
            <a:r>
              <a:rPr lang="en-US" altLang="ko-KR" dirty="0"/>
              <a:t>Action</a:t>
            </a:r>
            <a:r>
              <a:rPr lang="ko-KR" altLang="en-US" dirty="0"/>
              <a:t>을 탐색하는 정도를 결정해 학습에 사용되는 경험 자체 변화</a:t>
            </a:r>
            <a:endParaRPr lang="en-US" altLang="ko-KR" dirty="0"/>
          </a:p>
          <a:p>
            <a:pPr lvl="1"/>
            <a:r>
              <a:rPr lang="ko-KR" altLang="en-US" dirty="0"/>
              <a:t>해당 값이 작을 경우 탐색이 부족하고</a:t>
            </a:r>
            <a:r>
              <a:rPr lang="en-US" altLang="ko-KR" dirty="0"/>
              <a:t>, </a:t>
            </a:r>
            <a:r>
              <a:rPr lang="ko-KR" altLang="en-US" dirty="0"/>
              <a:t>클 경우 무작위 행동이 증가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b="1" dirty="0"/>
              <a:t>Alpha</a:t>
            </a:r>
          </a:p>
          <a:p>
            <a:pPr lvl="1"/>
            <a:r>
              <a:rPr lang="ko-KR" altLang="en-US" dirty="0"/>
              <a:t>해당 경험으로 얻은 </a:t>
            </a:r>
            <a:r>
              <a:rPr lang="en-US" altLang="ko-KR" dirty="0"/>
              <a:t>Return</a:t>
            </a:r>
            <a:r>
              <a:rPr lang="ko-KR" altLang="en-US" dirty="0"/>
              <a:t>을 </a:t>
            </a:r>
            <a:r>
              <a:rPr lang="en-US" altLang="ko-KR" dirty="0"/>
              <a:t>Q Function </a:t>
            </a:r>
            <a:r>
              <a:rPr lang="ko-KR" altLang="en-US" dirty="0"/>
              <a:t>에 반영하는 정도 결정</a:t>
            </a:r>
            <a:endParaRPr lang="en-US" altLang="ko-KR" dirty="0"/>
          </a:p>
          <a:p>
            <a:pPr lvl="1"/>
            <a:r>
              <a:rPr lang="ko-KR" altLang="en-US" dirty="0"/>
              <a:t>해당 값이 작을 경우</a:t>
            </a:r>
            <a:r>
              <a:rPr lang="en-US" altLang="ko-KR" dirty="0"/>
              <a:t> </a:t>
            </a:r>
            <a:r>
              <a:rPr lang="ko-KR" altLang="en-US" dirty="0"/>
              <a:t>학습 속도가 저하되고</a:t>
            </a:r>
            <a:r>
              <a:rPr lang="en-US" altLang="ko-KR" dirty="0"/>
              <a:t>, </a:t>
            </a:r>
            <a:r>
              <a:rPr lang="ko-KR" altLang="en-US" dirty="0"/>
              <a:t>클 경우 최근 </a:t>
            </a:r>
            <a:r>
              <a:rPr lang="en-US" altLang="ko-KR" dirty="0"/>
              <a:t>Episode </a:t>
            </a:r>
            <a:r>
              <a:rPr lang="ko-KR" altLang="en-US" dirty="0"/>
              <a:t>민감도 증가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7071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516</Words>
  <Application>Microsoft Office PowerPoint</Application>
  <PresentationFormat>와이드스크린</PresentationFormat>
  <Paragraphs>65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휴먼둥근헤드라인</vt:lpstr>
      <vt:lpstr>Arial</vt:lpstr>
      <vt:lpstr>Office 테마</vt:lpstr>
      <vt:lpstr>강화학습 5주차 과제</vt:lpstr>
      <vt:lpstr>목차</vt:lpstr>
      <vt:lpstr>과제 정의</vt:lpstr>
      <vt:lpstr>과제 풀이</vt:lpstr>
      <vt:lpstr>과제 풀이</vt:lpstr>
      <vt:lpstr>과제 풀이</vt:lpstr>
      <vt:lpstr>과제 풀이</vt:lpstr>
      <vt:lpstr>과제 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택주 권</dc:creator>
  <cp:lastModifiedBy>택주 권</cp:lastModifiedBy>
  <cp:revision>1</cp:revision>
  <dcterms:created xsi:type="dcterms:W3CDTF">2026-09-27T11:02:39Z</dcterms:created>
  <dcterms:modified xsi:type="dcterms:W3CDTF">2026-10-06T15:41:38Z</dcterms:modified>
</cp:coreProperties>
</file>